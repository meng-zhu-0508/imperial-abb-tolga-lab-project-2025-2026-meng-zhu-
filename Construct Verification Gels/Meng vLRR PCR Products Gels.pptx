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78383" autoAdjust="0"/>
  </p:normalViewPr>
  <p:slideViewPr>
    <p:cSldViewPr snapToGrid="0">
      <p:cViewPr varScale="1">
        <p:scale>
          <a:sx n="48" d="100"/>
          <a:sy n="48" d="100"/>
        </p:scale>
        <p:origin x="32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25860-A74C-4B14-B6A3-CFAF6D428EC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7F343-C5B8-4E0D-9AE6-6CA8F80367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80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PCR size verification of Rx vLRR inserts.</a:t>
            </a:r>
            <a:br>
              <a:rPr lang="zh-CN" altLang="zh-CN" dirty="0"/>
            </a:br>
            <a:r>
              <a:rPr lang="zh-CN" altLang="zh-CN" dirty="0"/>
              <a:t>Agarose gel electrophoresis of PCR-amplified vLRR inserts from Rx–vLRR candidates 52–76 and 187–191. Candidates 52–66 and 67–76/187–191 are shown in separate panels, with the expected amplicon size indicated for each construct. </a:t>
            </a:r>
            <a:r>
              <a:rPr lang="zh-CN" altLang="zh-CN"/>
              <a:t>All displayed PCR products were consistent with their expected sizes and were recorded as successfully verified.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7F343-C5B8-4E0D-9AE6-6CA8F803673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42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7F343-C5B8-4E0D-9AE6-6CA8F803673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572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1C17E6-0F0C-FA81-BCE3-93978571D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8A386A-5C68-CFA0-D0ED-B7DC59164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777D6B-23D7-AC55-3A88-807864BD5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CDF4A-35FD-405F-8591-AE9C79BE1D54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6B4D9A-6640-F779-D8AC-59819C17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375657-19AF-2E65-05F8-2056B5FA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05E6-5C42-4C70-92E8-54FEE00622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138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597BA6-6ACA-B084-2513-783FE03D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D4072A-B02F-AA3C-E45C-A20F412AC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392797-FF2D-EAD9-26C4-7D2B6793F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CDF4A-35FD-405F-8591-AE9C79BE1D54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E1B7DC-43BF-525F-2B6C-4E1A6CACC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C64913-D325-45CB-C773-01B9238F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05E6-5C42-4C70-92E8-54FEE00622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707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09EF09-711C-7A87-BDA2-B488BD389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B2C7C5-4896-5A76-7305-D79DB39B7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1D1C44-89CC-A465-4B1D-9D5BA16FE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CDF4A-35FD-405F-8591-AE9C79BE1D54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974340-4AC0-331F-D162-A0078871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176079-49D9-33AF-6F71-73F6068DA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05E6-5C42-4C70-92E8-54FEE00622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008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80D65-A55B-FCBF-BE8A-479B132F1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77B1E3-6F91-BE20-3C9E-BAA2C8513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5B94F5-6CBA-FD7E-2904-FD447F748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DD357D-BC7E-3F0E-8155-DEB80E67D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CDF4A-35FD-405F-8591-AE9C79BE1D54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F91737-D30A-6F01-75E6-D3CD71511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04230F-0EA0-C88F-58B6-1E25D5316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05E6-5C42-4C70-92E8-54FEE00622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442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7F89E-FF8D-85AD-51D6-BED107901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4AAB28-6F48-5A46-E2D5-AE2138AE6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20E8BF-DDD3-8CE6-8008-C2E3D22DA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C7D78E-5DA2-1322-ED35-8C57AE621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6B9FF48-A3BE-851B-D8FE-340E8C943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40F2486-BF2C-C015-4296-8350562FF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CDF4A-35FD-405F-8591-AE9C79BE1D54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BD9211-5036-60D1-15F6-3FB9B8F92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C28F646-9C79-12F5-BDE4-B9303ABB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05E6-5C42-4C70-92E8-54FEE00622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277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C8C27F-8CE7-0879-D8AE-BFA31692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DE0D45-254E-D64A-1352-FE1E3382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CDF4A-35FD-405F-8591-AE9C79BE1D54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10F86D-46DA-ADA9-8F6D-45B110F6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1E145E-BD4A-00BB-C644-3BBD22AD4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05E6-5C42-4C70-92E8-54FEE00622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937D70-925C-4103-048E-CD5AE0884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CDF4A-35FD-405F-8591-AE9C79BE1D54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18E4BD-0906-9E91-8001-0A37D29B5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060021-FC42-AA44-27A3-63E9A8318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05E6-5C42-4C70-92E8-54FEE00622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74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E381BA-456C-73C4-F1E1-F80686EE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79BC78-C728-DFCD-71CD-D523C592A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13CB62-DBA9-0359-2E80-E0FACE410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68871C-478A-E66A-EAC2-6B4219F03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CDF4A-35FD-405F-8591-AE9C79BE1D54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59C9E1-0ACA-A6CD-384F-6D45D14FA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2A2DFA-B046-ACCD-88E3-F0E9A5007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05E6-5C42-4C70-92E8-54FEE00622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169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50AC8-29AA-F213-A60C-61072B5DC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7B4672-79F7-2238-294D-12CFF434C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F2303B-2E2F-AC93-79D6-FE2DB1F58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95DA51-58B0-9A33-912E-3A8B495CE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CDF4A-35FD-405F-8591-AE9C79BE1D54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AE83F6-99CE-D472-1312-093767EFD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D956ED-B726-7BB5-A31A-2E807E37B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05E6-5C42-4C70-92E8-54FEE00622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975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7390B9-6955-9FA3-74DE-74C79A1D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60E6EE-CCF9-6CFD-B38B-C8A309262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265A4B-4833-89DE-63A8-950B397E9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CDF4A-35FD-405F-8591-AE9C79BE1D54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47CEB8-8F67-7FD0-C0CE-833E0E841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2A5FB9-FF67-5559-3711-B7C0688F4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05E6-5C42-4C70-92E8-54FEE00622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595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730A0C-9DB6-54D6-184B-11DB3B84D3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6F24B8-8710-0F3A-0781-AED8EFC20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4100A6-4026-9801-7733-9843EA8C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CDF4A-35FD-405F-8591-AE9C79BE1D54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F4E6F1-7082-8A34-59F0-5DD18E885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CC6517-8488-4E43-5C73-8A6D25C05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05E6-5C42-4C70-92E8-54FEE00622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461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4B4B76B-1747-3F26-BB5D-D5B612CF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0995B5-109A-60BF-7D73-770E5AFE6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B3C0A1-9ECE-9FD4-1562-48A892EB9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CDF4A-35FD-405F-8591-AE9C79BE1D54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3FF212-EDA6-60C7-38EA-498B18E1D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A3D34D-4969-02C2-8DC3-1D937128D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E05E6-5C42-4C70-92E8-54FEE00622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42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ti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FCF10CD3-E481-AE63-0F74-7B7D74D45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8" b="56069"/>
          <a:stretch>
            <a:fillRect/>
          </a:stretch>
        </p:blipFill>
        <p:spPr>
          <a:xfrm>
            <a:off x="1502865" y="1456399"/>
            <a:ext cx="9655041" cy="240909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D838F6F-EF6E-9680-B700-1A5FC3A21C7E}"/>
              </a:ext>
            </a:extLst>
          </p:cNvPr>
          <p:cNvSpPr txBox="1"/>
          <p:nvPr/>
        </p:nvSpPr>
        <p:spPr>
          <a:xfrm>
            <a:off x="2444702" y="14770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B3F51F-3FE2-17AB-B40B-1786BE72019B}"/>
              </a:ext>
            </a:extLst>
          </p:cNvPr>
          <p:cNvSpPr txBox="1"/>
          <p:nvPr/>
        </p:nvSpPr>
        <p:spPr>
          <a:xfrm>
            <a:off x="3024615" y="14770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0DE686-F08A-8E48-8AC2-01F59D541EB0}"/>
              </a:ext>
            </a:extLst>
          </p:cNvPr>
          <p:cNvSpPr txBox="1"/>
          <p:nvPr/>
        </p:nvSpPr>
        <p:spPr>
          <a:xfrm>
            <a:off x="3604528" y="14770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54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9764F2-DC9E-345F-B5D4-9F3B5F03881F}"/>
              </a:ext>
            </a:extLst>
          </p:cNvPr>
          <p:cNvSpPr txBox="1"/>
          <p:nvPr/>
        </p:nvSpPr>
        <p:spPr>
          <a:xfrm>
            <a:off x="4184441" y="14770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55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EC19596-B1A4-FFDA-322A-D4EF36023965}"/>
              </a:ext>
            </a:extLst>
          </p:cNvPr>
          <p:cNvSpPr txBox="1"/>
          <p:nvPr/>
        </p:nvSpPr>
        <p:spPr>
          <a:xfrm>
            <a:off x="4764354" y="14770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56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A4B752-F0A9-CFB0-A5A7-3B6DC6BD9D1E}"/>
              </a:ext>
            </a:extLst>
          </p:cNvPr>
          <p:cNvSpPr txBox="1"/>
          <p:nvPr/>
        </p:nvSpPr>
        <p:spPr>
          <a:xfrm>
            <a:off x="5344267" y="14770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733F4D6-2FAC-06FF-B70E-005083B99FC8}"/>
              </a:ext>
            </a:extLst>
          </p:cNvPr>
          <p:cNvSpPr txBox="1"/>
          <p:nvPr/>
        </p:nvSpPr>
        <p:spPr>
          <a:xfrm>
            <a:off x="5924180" y="14770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58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AD80F1-B4C5-B3D1-C437-69ED3B067162}"/>
              </a:ext>
            </a:extLst>
          </p:cNvPr>
          <p:cNvSpPr txBox="1"/>
          <p:nvPr/>
        </p:nvSpPr>
        <p:spPr>
          <a:xfrm>
            <a:off x="6468533" y="14770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59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FE11565-19D0-246D-F0DE-B16B993D9C97}"/>
              </a:ext>
            </a:extLst>
          </p:cNvPr>
          <p:cNvSpPr txBox="1"/>
          <p:nvPr/>
        </p:nvSpPr>
        <p:spPr>
          <a:xfrm>
            <a:off x="7042650" y="14770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B24C027-25FE-C838-6823-E3AE1DFADCE8}"/>
              </a:ext>
            </a:extLst>
          </p:cNvPr>
          <p:cNvSpPr txBox="1"/>
          <p:nvPr/>
        </p:nvSpPr>
        <p:spPr>
          <a:xfrm>
            <a:off x="7622563" y="14770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61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39712CF-034B-7447-EB63-C96B46BC508B}"/>
              </a:ext>
            </a:extLst>
          </p:cNvPr>
          <p:cNvSpPr txBox="1"/>
          <p:nvPr/>
        </p:nvSpPr>
        <p:spPr>
          <a:xfrm>
            <a:off x="8202476" y="14770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62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87D8452-14CB-223F-D92B-A8370A9F6E5A}"/>
              </a:ext>
            </a:extLst>
          </p:cNvPr>
          <p:cNvSpPr txBox="1"/>
          <p:nvPr/>
        </p:nvSpPr>
        <p:spPr>
          <a:xfrm>
            <a:off x="8782389" y="14770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63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14B815E-8F6C-CB35-5977-D81D87591AAB}"/>
              </a:ext>
            </a:extLst>
          </p:cNvPr>
          <p:cNvSpPr txBox="1"/>
          <p:nvPr/>
        </p:nvSpPr>
        <p:spPr>
          <a:xfrm>
            <a:off x="9352142" y="14770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C63237E-7853-218A-B62E-D9F8BEBC99A5}"/>
              </a:ext>
            </a:extLst>
          </p:cNvPr>
          <p:cNvSpPr txBox="1"/>
          <p:nvPr/>
        </p:nvSpPr>
        <p:spPr>
          <a:xfrm>
            <a:off x="9932055" y="14770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65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2E9AC73-A020-EFCC-326A-06EE5FD1F1D3}"/>
              </a:ext>
            </a:extLst>
          </p:cNvPr>
          <p:cNvSpPr txBox="1"/>
          <p:nvPr/>
        </p:nvSpPr>
        <p:spPr>
          <a:xfrm>
            <a:off x="10537368" y="14770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66</a:t>
            </a:r>
          </a:p>
        </p:txBody>
      </p:sp>
      <p:pic>
        <p:nvPicPr>
          <p:cNvPr id="78" name="图片 77">
            <a:extLst>
              <a:ext uri="{FF2B5EF4-FFF2-40B4-BE49-F238E27FC236}">
                <a16:creationId xmlns:a16="http://schemas.microsoft.com/office/drawing/2014/main" id="{5489998B-F20C-9D7B-CEDC-9F868C019C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22" y="1894684"/>
            <a:ext cx="867833" cy="1820602"/>
          </a:xfrm>
          <a:prstGeom prst="rect">
            <a:avLst/>
          </a:prstGeom>
        </p:spPr>
      </p:pic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18A8D087-05F9-57AD-F09C-3286BC919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960854"/>
              </p:ext>
            </p:extLst>
          </p:nvPr>
        </p:nvGraphicFramePr>
        <p:xfrm>
          <a:off x="656166" y="4258732"/>
          <a:ext cx="10689166" cy="183056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71326">
                  <a:extLst>
                    <a:ext uri="{9D8B030D-6E8A-4147-A177-3AD203B41FA5}">
                      <a16:colId xmlns:a16="http://schemas.microsoft.com/office/drawing/2014/main" val="894104314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4109731917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1975159793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3495213647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1966131390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2657491273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1313339795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2141979126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1894547004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3439653650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1109145201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805886454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909474047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2281181457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2504719530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1736748430"/>
                    </a:ext>
                  </a:extLst>
                </a:gridCol>
              </a:tblGrid>
              <a:tr h="59266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vLRR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004135"/>
                  </a:ext>
                </a:extLst>
              </a:tr>
              <a:tr h="6189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Length (bp)</a:t>
                      </a:r>
                      <a:endParaRPr lang="zh-CN" alt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595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499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433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706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436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556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613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631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733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1055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886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784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940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343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894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122991"/>
                  </a:ext>
                </a:extLst>
              </a:tr>
              <a:tr h="6189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Confirmation</a:t>
                      </a:r>
                      <a:endParaRPr lang="zh-CN" alt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5283713"/>
                  </a:ext>
                </a:extLst>
              </a:tr>
            </a:tbl>
          </a:graphicData>
        </a:graphic>
      </p:graphicFrame>
      <p:pic>
        <p:nvPicPr>
          <p:cNvPr id="83" name="图片 82">
            <a:extLst>
              <a:ext uri="{FF2B5EF4-FFF2-40B4-BE49-F238E27FC236}">
                <a16:creationId xmlns:a16="http://schemas.microsoft.com/office/drawing/2014/main" id="{136CD59A-3E3A-4E9E-8833-240D9BC39C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389" y="5539503"/>
            <a:ext cx="550035" cy="549795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271F1065-DF46-5E48-0E4F-DE91C97F6B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402" y="5539502"/>
            <a:ext cx="550035" cy="549795"/>
          </a:xfrm>
          <a:prstGeom prst="rect">
            <a:avLst/>
          </a:prstGeom>
        </p:spPr>
      </p:pic>
      <p:pic>
        <p:nvPicPr>
          <p:cNvPr id="85" name="图片 84">
            <a:extLst>
              <a:ext uri="{FF2B5EF4-FFF2-40B4-BE49-F238E27FC236}">
                <a16:creationId xmlns:a16="http://schemas.microsoft.com/office/drawing/2014/main" id="{6983CB1E-431D-C219-25B8-0A4DE8783F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315" y="5539503"/>
            <a:ext cx="550035" cy="549795"/>
          </a:xfrm>
          <a:prstGeom prst="rect">
            <a:avLst/>
          </a:prstGeom>
        </p:spPr>
      </p:pic>
      <p:pic>
        <p:nvPicPr>
          <p:cNvPr id="86" name="图片 85">
            <a:extLst>
              <a:ext uri="{FF2B5EF4-FFF2-40B4-BE49-F238E27FC236}">
                <a16:creationId xmlns:a16="http://schemas.microsoft.com/office/drawing/2014/main" id="{C3EF51CB-B896-DC9A-FFF0-CC6FCDE237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328" y="5539502"/>
            <a:ext cx="550035" cy="549795"/>
          </a:xfrm>
          <a:prstGeom prst="rect">
            <a:avLst/>
          </a:prstGeom>
        </p:spPr>
      </p:pic>
      <p:pic>
        <p:nvPicPr>
          <p:cNvPr id="87" name="图片 86">
            <a:extLst>
              <a:ext uri="{FF2B5EF4-FFF2-40B4-BE49-F238E27FC236}">
                <a16:creationId xmlns:a16="http://schemas.microsoft.com/office/drawing/2014/main" id="{C992EF85-7CDC-E2ED-543C-F59346857D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655" y="5539503"/>
            <a:ext cx="550035" cy="549795"/>
          </a:xfrm>
          <a:prstGeom prst="rect">
            <a:avLst/>
          </a:prstGeom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38BD4C02-1F79-0BEB-96ED-E0E44E5E05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668" y="5539502"/>
            <a:ext cx="550035" cy="549795"/>
          </a:xfrm>
          <a:prstGeom prst="rect">
            <a:avLst/>
          </a:prstGeom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EBD196A9-5C84-15F0-D811-D28C563585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581" y="5539503"/>
            <a:ext cx="550035" cy="549795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2128C7FE-D862-A420-B329-35A722FC28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594" y="5539502"/>
            <a:ext cx="550035" cy="549795"/>
          </a:xfrm>
          <a:prstGeom prst="rect">
            <a:avLst/>
          </a:prstGeom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59FF41B7-21C7-1FEE-3433-9D852B2BDC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607" y="5539502"/>
            <a:ext cx="550035" cy="549795"/>
          </a:xfrm>
          <a:prstGeom prst="rect">
            <a:avLst/>
          </a:prstGeom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14DA5EAC-6C56-98F8-61F4-04D2069D24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620" y="5539501"/>
            <a:ext cx="550035" cy="549795"/>
          </a:xfrm>
          <a:prstGeom prst="rect">
            <a:avLst/>
          </a:pr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953782AB-DCD0-E26C-DD28-FAE6E3592B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533" y="5539502"/>
            <a:ext cx="550035" cy="549795"/>
          </a:xfrm>
          <a:prstGeom prst="rect">
            <a:avLst/>
          </a:prstGeom>
        </p:spPr>
      </p:pic>
      <p:pic>
        <p:nvPicPr>
          <p:cNvPr id="94" name="图片 93">
            <a:extLst>
              <a:ext uri="{FF2B5EF4-FFF2-40B4-BE49-F238E27FC236}">
                <a16:creationId xmlns:a16="http://schemas.microsoft.com/office/drawing/2014/main" id="{72DF252A-93A5-890C-DDDB-57897E93C9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546" y="5539501"/>
            <a:ext cx="550035" cy="549795"/>
          </a:xfrm>
          <a:prstGeom prst="rect">
            <a:avLst/>
          </a:prstGeom>
        </p:spPr>
      </p:pic>
      <p:pic>
        <p:nvPicPr>
          <p:cNvPr id="95" name="图片 94">
            <a:extLst>
              <a:ext uri="{FF2B5EF4-FFF2-40B4-BE49-F238E27FC236}">
                <a16:creationId xmlns:a16="http://schemas.microsoft.com/office/drawing/2014/main" id="{16D3E1EA-0161-CD64-ABEC-3ECDAA09FE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873" y="5539502"/>
            <a:ext cx="550035" cy="549795"/>
          </a:xfrm>
          <a:prstGeom prst="rect">
            <a:avLst/>
          </a:prstGeom>
        </p:spPr>
      </p:pic>
      <p:pic>
        <p:nvPicPr>
          <p:cNvPr id="96" name="图片 95">
            <a:extLst>
              <a:ext uri="{FF2B5EF4-FFF2-40B4-BE49-F238E27FC236}">
                <a16:creationId xmlns:a16="http://schemas.microsoft.com/office/drawing/2014/main" id="{24340E05-E2C8-9B00-4BC1-6038144BA0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886" y="5539501"/>
            <a:ext cx="550035" cy="549795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2C82F8B9-3397-7BE3-80E1-87D52F1421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799" y="5539502"/>
            <a:ext cx="550035" cy="549795"/>
          </a:xfrm>
          <a:prstGeom prst="rect">
            <a:avLst/>
          </a:prstGeom>
        </p:spPr>
      </p:pic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650B7243-96C9-6955-9749-FFD042071C89}"/>
              </a:ext>
            </a:extLst>
          </p:cNvPr>
          <p:cNvCxnSpPr>
            <a:cxnSpLocks/>
          </p:cNvCxnSpPr>
          <p:nvPr/>
        </p:nvCxnSpPr>
        <p:spPr>
          <a:xfrm>
            <a:off x="1388533" y="1100667"/>
            <a:ext cx="9905720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9F10C964-FA4C-346A-B3B0-7CCB454B21E2}"/>
              </a:ext>
            </a:extLst>
          </p:cNvPr>
          <p:cNvSpPr txBox="1"/>
          <p:nvPr/>
        </p:nvSpPr>
        <p:spPr>
          <a:xfrm>
            <a:off x="3548925" y="636609"/>
            <a:ext cx="5843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Rx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vLRR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52-66 PCR AMP Products; 24.06.2026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D20CC84-90F0-28D8-71F9-F09134B1FF9A}"/>
              </a:ext>
            </a:extLst>
          </p:cNvPr>
          <p:cNvSpPr txBox="1"/>
          <p:nvPr/>
        </p:nvSpPr>
        <p:spPr>
          <a:xfrm>
            <a:off x="1527300" y="1780611"/>
            <a:ext cx="3314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</a:t>
            </a:r>
            <a:endParaRPr lang="zh-CN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E206B94E-E7C0-1F9C-F320-7BA4104B06A6}"/>
              </a:ext>
            </a:extLst>
          </p:cNvPr>
          <p:cNvGrpSpPr/>
          <p:nvPr/>
        </p:nvGrpSpPr>
        <p:grpSpPr>
          <a:xfrm>
            <a:off x="1477700" y="1956686"/>
            <a:ext cx="385960" cy="184666"/>
            <a:chOff x="1550172" y="1750396"/>
            <a:chExt cx="385960" cy="184666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2C14BEA7-6C65-8E33-C810-C7502564FA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5314" y="1844676"/>
              <a:ext cx="5873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DEFB29EF-FE5E-0978-E816-2F2EFE9E86EF}"/>
                </a:ext>
              </a:extLst>
            </p:cNvPr>
            <p:cNvSpPr txBox="1"/>
            <p:nvPr/>
          </p:nvSpPr>
          <p:spPr>
            <a:xfrm>
              <a:off x="1550172" y="1750396"/>
              <a:ext cx="38596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1,517</a:t>
              </a:r>
              <a:endParaRPr lang="zh-CN" alt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DD2583E-AB50-2C52-77CD-FA605AD29DB9}"/>
              </a:ext>
            </a:extLst>
          </p:cNvPr>
          <p:cNvGrpSpPr/>
          <p:nvPr/>
        </p:nvGrpSpPr>
        <p:grpSpPr>
          <a:xfrm>
            <a:off x="1474111" y="2165499"/>
            <a:ext cx="385960" cy="184666"/>
            <a:chOff x="1477700" y="2223518"/>
            <a:chExt cx="385960" cy="184666"/>
          </a:xfrm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EE01A80D-21BB-E30E-E60B-21666CD139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92842" y="2317798"/>
              <a:ext cx="5873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62478944-C67E-A369-BF2C-468BC383D74A}"/>
                </a:ext>
              </a:extLst>
            </p:cNvPr>
            <p:cNvSpPr txBox="1"/>
            <p:nvPr/>
          </p:nvSpPr>
          <p:spPr>
            <a:xfrm>
              <a:off x="1477700" y="2223518"/>
              <a:ext cx="38596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1,200</a:t>
              </a:r>
              <a:endParaRPr lang="zh-CN" alt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A06770F-68B9-CABF-7437-FF06B83CD9C3}"/>
              </a:ext>
            </a:extLst>
          </p:cNvPr>
          <p:cNvGrpSpPr/>
          <p:nvPr/>
        </p:nvGrpSpPr>
        <p:grpSpPr>
          <a:xfrm>
            <a:off x="1474111" y="2327486"/>
            <a:ext cx="385960" cy="184666"/>
            <a:chOff x="1477700" y="2390512"/>
            <a:chExt cx="385960" cy="184666"/>
          </a:xfrm>
        </p:grpSpPr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AC0AE68-8726-D7D8-F06E-62F837B815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92842" y="2484792"/>
              <a:ext cx="5873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A5536426-5A13-F1F7-ECA2-3748712B0AB7}"/>
                </a:ext>
              </a:extLst>
            </p:cNvPr>
            <p:cNvSpPr txBox="1"/>
            <p:nvPr/>
          </p:nvSpPr>
          <p:spPr>
            <a:xfrm>
              <a:off x="1477700" y="2390512"/>
              <a:ext cx="38596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1,000</a:t>
              </a:r>
              <a:endParaRPr lang="zh-CN" alt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DB47FF68-1EAB-6B55-01D2-EEC440874883}"/>
              </a:ext>
            </a:extLst>
          </p:cNvPr>
          <p:cNvGrpSpPr/>
          <p:nvPr/>
        </p:nvGrpSpPr>
        <p:grpSpPr>
          <a:xfrm>
            <a:off x="1474111" y="2415496"/>
            <a:ext cx="385960" cy="184666"/>
            <a:chOff x="1550172" y="1750396"/>
            <a:chExt cx="385960" cy="184666"/>
          </a:xfrm>
        </p:grpSpPr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0BF42D36-1484-80F3-A58B-0EC593C9AE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5314" y="1844676"/>
              <a:ext cx="5873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4615BB30-B4CB-BF91-9DE6-4B23F41C8AE9}"/>
                </a:ext>
              </a:extLst>
            </p:cNvPr>
            <p:cNvSpPr txBox="1"/>
            <p:nvPr/>
          </p:nvSpPr>
          <p:spPr>
            <a:xfrm>
              <a:off x="1550172" y="1750396"/>
              <a:ext cx="38596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900</a:t>
              </a:r>
              <a:endParaRPr lang="zh-CN" alt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E8E98C6E-541B-0A77-623D-347D9183CB41}"/>
              </a:ext>
            </a:extLst>
          </p:cNvPr>
          <p:cNvGrpSpPr/>
          <p:nvPr/>
        </p:nvGrpSpPr>
        <p:grpSpPr>
          <a:xfrm>
            <a:off x="1476976" y="2512151"/>
            <a:ext cx="385960" cy="184666"/>
            <a:chOff x="1550172" y="1750396"/>
            <a:chExt cx="385960" cy="184666"/>
          </a:xfrm>
        </p:grpSpPr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9B3A3BF4-710E-3CC6-4D83-37587107C4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5314" y="1844676"/>
              <a:ext cx="5873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954A0526-5463-1703-46D6-E722830223A2}"/>
                </a:ext>
              </a:extLst>
            </p:cNvPr>
            <p:cNvSpPr txBox="1"/>
            <p:nvPr/>
          </p:nvSpPr>
          <p:spPr>
            <a:xfrm>
              <a:off x="1550172" y="1750396"/>
              <a:ext cx="38596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800</a:t>
              </a:r>
              <a:endParaRPr lang="zh-CN" alt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E468D823-0A05-76FD-6076-3910C4B47AE0}"/>
              </a:ext>
            </a:extLst>
          </p:cNvPr>
          <p:cNvGrpSpPr/>
          <p:nvPr/>
        </p:nvGrpSpPr>
        <p:grpSpPr>
          <a:xfrm>
            <a:off x="1480774" y="2618387"/>
            <a:ext cx="385960" cy="184666"/>
            <a:chOff x="1550172" y="1750396"/>
            <a:chExt cx="385960" cy="184666"/>
          </a:xfrm>
        </p:grpSpPr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492E388-EAD0-5DD2-A8C8-A542D9623F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5314" y="1844676"/>
              <a:ext cx="5873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6243F1C9-825D-1CE0-B564-3A5D6303AB96}"/>
                </a:ext>
              </a:extLst>
            </p:cNvPr>
            <p:cNvSpPr txBox="1"/>
            <p:nvPr/>
          </p:nvSpPr>
          <p:spPr>
            <a:xfrm>
              <a:off x="1550172" y="1750396"/>
              <a:ext cx="38596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700</a:t>
              </a:r>
              <a:endParaRPr lang="zh-CN" alt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1B6664A3-9C50-F23B-6782-2E1EE87575C4}"/>
              </a:ext>
            </a:extLst>
          </p:cNvPr>
          <p:cNvGrpSpPr/>
          <p:nvPr/>
        </p:nvGrpSpPr>
        <p:grpSpPr>
          <a:xfrm>
            <a:off x="1480774" y="2737643"/>
            <a:ext cx="385960" cy="184666"/>
            <a:chOff x="1550172" y="1750396"/>
            <a:chExt cx="385960" cy="184666"/>
          </a:xfrm>
        </p:grpSpPr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4A4D0652-AB82-FA14-0DED-85CB1C649E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5314" y="1844676"/>
              <a:ext cx="5873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9A57A71F-A835-6F1B-9DD4-FFC73F2BFDB2}"/>
                </a:ext>
              </a:extLst>
            </p:cNvPr>
            <p:cNvSpPr txBox="1"/>
            <p:nvPr/>
          </p:nvSpPr>
          <p:spPr>
            <a:xfrm>
              <a:off x="1550172" y="1750396"/>
              <a:ext cx="38596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600</a:t>
              </a:r>
              <a:endParaRPr lang="zh-CN" alt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72C9D295-6CC9-3847-9BDB-15B6F2E8B4D6}"/>
              </a:ext>
            </a:extLst>
          </p:cNvPr>
          <p:cNvGrpSpPr/>
          <p:nvPr/>
        </p:nvGrpSpPr>
        <p:grpSpPr>
          <a:xfrm>
            <a:off x="1482815" y="2853019"/>
            <a:ext cx="385960" cy="184666"/>
            <a:chOff x="1550172" y="1750396"/>
            <a:chExt cx="385960" cy="184666"/>
          </a:xfrm>
        </p:grpSpPr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D8E6333B-94C2-D825-1647-6F1C18ACFD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5314" y="1844676"/>
              <a:ext cx="5873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39BC847-8C6B-DA9E-1488-E0BA44B164EA}"/>
                </a:ext>
              </a:extLst>
            </p:cNvPr>
            <p:cNvSpPr txBox="1"/>
            <p:nvPr/>
          </p:nvSpPr>
          <p:spPr>
            <a:xfrm>
              <a:off x="1550172" y="1750396"/>
              <a:ext cx="38596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500</a:t>
              </a:r>
              <a:endParaRPr lang="zh-CN" alt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9FFE9C3C-8D75-9D40-A8DB-614D06C55717}"/>
              </a:ext>
            </a:extLst>
          </p:cNvPr>
          <p:cNvGrpSpPr/>
          <p:nvPr/>
        </p:nvGrpSpPr>
        <p:grpSpPr>
          <a:xfrm>
            <a:off x="1485054" y="2993405"/>
            <a:ext cx="385960" cy="184666"/>
            <a:chOff x="1550172" y="1750396"/>
            <a:chExt cx="385960" cy="184666"/>
          </a:xfrm>
        </p:grpSpPr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D724F724-C205-39CE-BA37-41E5574D7E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5314" y="1844676"/>
              <a:ext cx="5873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7DF6960E-5BD5-2443-1CD7-8CBC3442B7B6}"/>
                </a:ext>
              </a:extLst>
            </p:cNvPr>
            <p:cNvSpPr txBox="1"/>
            <p:nvPr/>
          </p:nvSpPr>
          <p:spPr>
            <a:xfrm>
              <a:off x="1550172" y="1750396"/>
              <a:ext cx="38596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400</a:t>
              </a:r>
              <a:endParaRPr lang="zh-CN" alt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233905EB-50EF-12AD-C050-3A5DBD5A53EB}"/>
              </a:ext>
            </a:extLst>
          </p:cNvPr>
          <p:cNvGrpSpPr/>
          <p:nvPr/>
        </p:nvGrpSpPr>
        <p:grpSpPr>
          <a:xfrm>
            <a:off x="1485054" y="3122674"/>
            <a:ext cx="385960" cy="184666"/>
            <a:chOff x="1550172" y="1750396"/>
            <a:chExt cx="385960" cy="184666"/>
          </a:xfrm>
        </p:grpSpPr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4DF5E445-57DA-FCEC-AD71-DB6305C77F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5314" y="1844676"/>
              <a:ext cx="5873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406A9527-8CBF-DB79-9C2B-4477DC0872CF}"/>
                </a:ext>
              </a:extLst>
            </p:cNvPr>
            <p:cNvSpPr txBox="1"/>
            <p:nvPr/>
          </p:nvSpPr>
          <p:spPr>
            <a:xfrm>
              <a:off x="1550172" y="1750396"/>
              <a:ext cx="38596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300</a:t>
              </a:r>
              <a:endParaRPr lang="zh-CN" alt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9364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>
            <a:extLst>
              <a:ext uri="{FF2B5EF4-FFF2-40B4-BE49-F238E27FC236}">
                <a16:creationId xmlns:a16="http://schemas.microsoft.com/office/drawing/2014/main" id="{D50B3B53-3B6C-9958-7A67-46A80DAF4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66" y="1718241"/>
            <a:ext cx="816036" cy="1899539"/>
          </a:xfrm>
          <a:prstGeom prst="rect">
            <a:avLst/>
          </a:prstGeom>
        </p:spPr>
      </p:pic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053853EF-00DC-1FF7-3A53-F3C8806BA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450099"/>
              </p:ext>
            </p:extLst>
          </p:nvPr>
        </p:nvGraphicFramePr>
        <p:xfrm>
          <a:off x="656166" y="4258732"/>
          <a:ext cx="10689166" cy="183056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71326">
                  <a:extLst>
                    <a:ext uri="{9D8B030D-6E8A-4147-A177-3AD203B41FA5}">
                      <a16:colId xmlns:a16="http://schemas.microsoft.com/office/drawing/2014/main" val="894104314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4109731917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1975159793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3495213647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1966131390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2657491273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1313339795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2141979126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1894547004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3439653650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1109145201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805886454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909474047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2281181457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2504719530"/>
                    </a:ext>
                  </a:extLst>
                </a:gridCol>
                <a:gridCol w="607856">
                  <a:extLst>
                    <a:ext uri="{9D8B030D-6E8A-4147-A177-3AD203B41FA5}">
                      <a16:colId xmlns:a16="http://schemas.microsoft.com/office/drawing/2014/main" val="1736748430"/>
                    </a:ext>
                  </a:extLst>
                </a:gridCol>
              </a:tblGrid>
              <a:tr h="59266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vLRR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187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188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189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191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004135"/>
                  </a:ext>
                </a:extLst>
              </a:tr>
              <a:tr h="6189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Length (bp)</a:t>
                      </a:r>
                      <a:endParaRPr lang="zh-CN" alt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640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703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343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457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505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358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415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853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373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433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730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650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526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964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1009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122991"/>
                  </a:ext>
                </a:extLst>
              </a:tr>
              <a:tr h="6189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Confirmation</a:t>
                      </a:r>
                      <a:endParaRPr lang="zh-CN" alt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5283713"/>
                  </a:ext>
                </a:extLst>
              </a:tr>
            </a:tbl>
          </a:graphicData>
        </a:graphic>
      </p:graphicFrame>
      <p:pic>
        <p:nvPicPr>
          <p:cNvPr id="41" name="图片 40">
            <a:extLst>
              <a:ext uri="{FF2B5EF4-FFF2-40B4-BE49-F238E27FC236}">
                <a16:creationId xmlns:a16="http://schemas.microsoft.com/office/drawing/2014/main" id="{4634C9BE-7B99-FC6C-546D-ABF3D01DC7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389" y="5539503"/>
            <a:ext cx="550035" cy="549795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11372F61-B221-84EC-2433-7719190422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402" y="5539502"/>
            <a:ext cx="550035" cy="549795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F6F4E7C1-310D-37B3-0905-EEF1097A17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315" y="5539503"/>
            <a:ext cx="550035" cy="549795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23F7125D-A983-1423-C609-FDF04700E8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328" y="5539502"/>
            <a:ext cx="550035" cy="549795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F5BCAF1C-197F-D591-0B00-7DEA6E8AF8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655" y="5539503"/>
            <a:ext cx="550035" cy="549795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3B90C983-30CD-7C15-793D-BEF28B2585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668" y="5539502"/>
            <a:ext cx="550035" cy="549795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E6AECCFA-3FE0-CC90-3C9B-0C2346DEF0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581" y="5539503"/>
            <a:ext cx="550035" cy="549795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D62999E8-39FE-9C63-F7BE-4D9942DEA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594" y="5539502"/>
            <a:ext cx="550035" cy="549795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480BE074-09A0-7B5A-0C65-BA4698435A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607" y="5539502"/>
            <a:ext cx="550035" cy="549795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29520698-6C89-D2B1-E73E-1C5BF7DA5F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620" y="5539501"/>
            <a:ext cx="550035" cy="549795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BBC82ACC-74C3-CBC0-9E42-C2A678079F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533" y="5539502"/>
            <a:ext cx="550035" cy="549795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519E203E-8577-A007-634A-F1FE4D622A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546" y="5539501"/>
            <a:ext cx="550035" cy="549795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E1200AF7-B3B9-8BB5-EBF0-742B66A3B6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873" y="5539502"/>
            <a:ext cx="550035" cy="549795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0BCF33FD-3CF7-7F45-EE06-7B28D19009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886" y="5539501"/>
            <a:ext cx="550035" cy="549795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97BD2E02-F766-B20C-27E8-F059CEF98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799" y="5539502"/>
            <a:ext cx="550035" cy="549795"/>
          </a:xfrm>
          <a:prstGeom prst="rect">
            <a:avLst/>
          </a:prstGeom>
        </p:spPr>
      </p:pic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9BB99444-96BE-85B6-9AB3-9EC2137D9670}"/>
              </a:ext>
            </a:extLst>
          </p:cNvPr>
          <p:cNvCxnSpPr>
            <a:cxnSpLocks/>
          </p:cNvCxnSpPr>
          <p:nvPr/>
        </p:nvCxnSpPr>
        <p:spPr>
          <a:xfrm>
            <a:off x="1388533" y="1100667"/>
            <a:ext cx="9905720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4ED0DCE7-65A5-C0D1-7823-F0F80F478CCF}"/>
              </a:ext>
            </a:extLst>
          </p:cNvPr>
          <p:cNvSpPr txBox="1"/>
          <p:nvPr/>
        </p:nvSpPr>
        <p:spPr>
          <a:xfrm>
            <a:off x="2882869" y="643815"/>
            <a:ext cx="6855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Rx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vLRR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67-76 187-191 PCR AMP Products; 24.06.2026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491772F-8BD4-E5CD-7DC4-84A92A60D567}"/>
              </a:ext>
            </a:extLst>
          </p:cNvPr>
          <p:cNvGrpSpPr/>
          <p:nvPr/>
        </p:nvGrpSpPr>
        <p:grpSpPr>
          <a:xfrm>
            <a:off x="1550172" y="1387528"/>
            <a:ext cx="9685244" cy="2230254"/>
            <a:chOff x="1550172" y="1387528"/>
            <a:chExt cx="9685244" cy="2230254"/>
          </a:xfrm>
        </p:grpSpPr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18103BE6-1C3A-1EE5-1477-6F19E14F0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480" b="1175"/>
            <a:stretch>
              <a:fillRect/>
            </a:stretch>
          </p:blipFill>
          <p:spPr>
            <a:xfrm>
              <a:off x="1581990" y="1387528"/>
              <a:ext cx="9653426" cy="2230254"/>
            </a:xfrm>
            <a:prstGeom prst="rect">
              <a:avLst/>
            </a:prstGeom>
          </p:spPr>
        </p:pic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368D6F0-BB89-E76C-8741-4C7F803F1015}"/>
                </a:ext>
              </a:extLst>
            </p:cNvPr>
            <p:cNvSpPr txBox="1"/>
            <p:nvPr/>
          </p:nvSpPr>
          <p:spPr>
            <a:xfrm>
              <a:off x="2481183" y="1501189"/>
              <a:ext cx="441161" cy="368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67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9CB10DC-E8C8-4E74-01D4-2411B8BD4A60}"/>
                </a:ext>
              </a:extLst>
            </p:cNvPr>
            <p:cNvSpPr txBox="1"/>
            <p:nvPr/>
          </p:nvSpPr>
          <p:spPr>
            <a:xfrm>
              <a:off x="3061116" y="1501189"/>
              <a:ext cx="441161" cy="368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68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CF21575E-53C8-140D-9E5C-03F6B8212240}"/>
                </a:ext>
              </a:extLst>
            </p:cNvPr>
            <p:cNvSpPr txBox="1"/>
            <p:nvPr/>
          </p:nvSpPr>
          <p:spPr>
            <a:xfrm>
              <a:off x="3641048" y="1501189"/>
              <a:ext cx="441161" cy="368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69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9B52F4B-F028-43FE-F209-F7AA50C20EC0}"/>
                </a:ext>
              </a:extLst>
            </p:cNvPr>
            <p:cNvSpPr txBox="1"/>
            <p:nvPr/>
          </p:nvSpPr>
          <p:spPr>
            <a:xfrm>
              <a:off x="4220981" y="1501189"/>
              <a:ext cx="441161" cy="368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70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0CAF48-6051-36A0-C06D-681F0586C6E5}"/>
                </a:ext>
              </a:extLst>
            </p:cNvPr>
            <p:cNvSpPr txBox="1"/>
            <p:nvPr/>
          </p:nvSpPr>
          <p:spPr>
            <a:xfrm>
              <a:off x="4823745" y="1501189"/>
              <a:ext cx="441161" cy="368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71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29F13A3-824C-F5C8-9504-A64487D2E14D}"/>
                </a:ext>
              </a:extLst>
            </p:cNvPr>
            <p:cNvSpPr txBox="1"/>
            <p:nvPr/>
          </p:nvSpPr>
          <p:spPr>
            <a:xfrm>
              <a:off x="5396444" y="1501189"/>
              <a:ext cx="441161" cy="368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72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F1A6FDB-6BE9-037A-68BE-2ED9D379720C}"/>
                </a:ext>
              </a:extLst>
            </p:cNvPr>
            <p:cNvSpPr txBox="1"/>
            <p:nvPr/>
          </p:nvSpPr>
          <p:spPr>
            <a:xfrm>
              <a:off x="6001777" y="1501189"/>
              <a:ext cx="441161" cy="368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73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85A044E5-44A9-B4B2-EAC7-5D43D7E8A1D7}"/>
                </a:ext>
              </a:extLst>
            </p:cNvPr>
            <p:cNvSpPr txBox="1"/>
            <p:nvPr/>
          </p:nvSpPr>
          <p:spPr>
            <a:xfrm>
              <a:off x="6574477" y="1501189"/>
              <a:ext cx="441161" cy="368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74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0AE6B865-5241-28CF-7EC6-234AC337974C}"/>
                </a:ext>
              </a:extLst>
            </p:cNvPr>
            <p:cNvSpPr txBox="1"/>
            <p:nvPr/>
          </p:nvSpPr>
          <p:spPr>
            <a:xfrm>
              <a:off x="7179810" y="1501189"/>
              <a:ext cx="441161" cy="368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2A6F899F-5EBE-108A-7D8E-245278BB4593}"/>
                </a:ext>
              </a:extLst>
            </p:cNvPr>
            <p:cNvSpPr txBox="1"/>
            <p:nvPr/>
          </p:nvSpPr>
          <p:spPr>
            <a:xfrm>
              <a:off x="7764823" y="1501189"/>
              <a:ext cx="441161" cy="368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76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96583C07-F432-37BF-9F41-3415A971D6B7}"/>
                </a:ext>
              </a:extLst>
            </p:cNvPr>
            <p:cNvSpPr txBox="1"/>
            <p:nvPr/>
          </p:nvSpPr>
          <p:spPr>
            <a:xfrm>
              <a:off x="8282985" y="1501189"/>
              <a:ext cx="569406" cy="368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187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229826A-E129-E19F-C72B-70ACC4BA3112}"/>
                </a:ext>
              </a:extLst>
            </p:cNvPr>
            <p:cNvSpPr txBox="1"/>
            <p:nvPr/>
          </p:nvSpPr>
          <p:spPr>
            <a:xfrm>
              <a:off x="8863203" y="1501189"/>
              <a:ext cx="569406" cy="368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188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D73BC25-A8BD-E53C-17FF-74F72111F253}"/>
                </a:ext>
              </a:extLst>
            </p:cNvPr>
            <p:cNvSpPr txBox="1"/>
            <p:nvPr/>
          </p:nvSpPr>
          <p:spPr>
            <a:xfrm>
              <a:off x="9470569" y="1501189"/>
              <a:ext cx="569406" cy="368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189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E019DF6-C00B-5DFB-4829-CA114794A5FD}"/>
                </a:ext>
              </a:extLst>
            </p:cNvPr>
            <p:cNvSpPr txBox="1"/>
            <p:nvPr/>
          </p:nvSpPr>
          <p:spPr>
            <a:xfrm>
              <a:off x="10031834" y="1501189"/>
              <a:ext cx="569406" cy="368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190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FCEA5465-82ED-B343-0B49-16395C656B61}"/>
                </a:ext>
              </a:extLst>
            </p:cNvPr>
            <p:cNvSpPr txBox="1"/>
            <p:nvPr/>
          </p:nvSpPr>
          <p:spPr>
            <a:xfrm>
              <a:off x="10601240" y="1501189"/>
              <a:ext cx="569406" cy="368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191</a:t>
              </a: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8DE4ACA-1580-4518-2013-15A93EAE736D}"/>
                </a:ext>
              </a:extLst>
            </p:cNvPr>
            <p:cNvSpPr txBox="1"/>
            <p:nvPr/>
          </p:nvSpPr>
          <p:spPr>
            <a:xfrm>
              <a:off x="1599772" y="1502798"/>
              <a:ext cx="33142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bp</a:t>
              </a:r>
              <a:endParaRPr lang="zh-CN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565AB9C4-6CDE-7727-3028-656E9C416021}"/>
                </a:ext>
              </a:extLst>
            </p:cNvPr>
            <p:cNvGrpSpPr/>
            <p:nvPr/>
          </p:nvGrpSpPr>
          <p:grpSpPr>
            <a:xfrm>
              <a:off x="1550172" y="1769527"/>
              <a:ext cx="385960" cy="184666"/>
              <a:chOff x="1550172" y="1750396"/>
              <a:chExt cx="385960" cy="184666"/>
            </a:xfrm>
          </p:grpSpPr>
          <p:cxnSp>
            <p:nvCxnSpPr>
              <p:cNvPr id="4" name="直接连接符 3">
                <a:extLst>
                  <a:ext uri="{FF2B5EF4-FFF2-40B4-BE49-F238E27FC236}">
                    <a16:creationId xmlns:a16="http://schemas.microsoft.com/office/drawing/2014/main" id="{AE7B5F94-92C0-BDE3-10A8-8C5C9E6F7B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65314" y="1844676"/>
                <a:ext cx="587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38F0324-864D-8317-2330-1C45AA84D643}"/>
                  </a:ext>
                </a:extLst>
              </p:cNvPr>
              <p:cNvSpPr txBox="1"/>
              <p:nvPr/>
            </p:nvSpPr>
            <p:spPr>
              <a:xfrm>
                <a:off x="1550172" y="1750396"/>
                <a:ext cx="38596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1,517</a:t>
                </a:r>
                <a:endParaRPr lang="zh-CN" altLang="en-US" sz="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54ED385B-DE0A-3C6F-943A-D0822FD37B32}"/>
                </a:ext>
              </a:extLst>
            </p:cNvPr>
            <p:cNvGrpSpPr/>
            <p:nvPr/>
          </p:nvGrpSpPr>
          <p:grpSpPr>
            <a:xfrm>
              <a:off x="1550172" y="1973115"/>
              <a:ext cx="385960" cy="184666"/>
              <a:chOff x="1550172" y="1945705"/>
              <a:chExt cx="385960" cy="184666"/>
            </a:xfrm>
          </p:grpSpPr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D1745C7E-6712-0331-3AA7-CD4385CF99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65314" y="2039985"/>
                <a:ext cx="587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B8EF927-A841-0CC3-3F01-8E51C9387A9D}"/>
                  </a:ext>
                </a:extLst>
              </p:cNvPr>
              <p:cNvSpPr txBox="1"/>
              <p:nvPr/>
            </p:nvSpPr>
            <p:spPr>
              <a:xfrm>
                <a:off x="1550172" y="1945705"/>
                <a:ext cx="38596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1,200</a:t>
                </a:r>
                <a:endParaRPr lang="zh-CN" altLang="en-US" sz="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8C512978-DBFC-E6AF-2D6B-4D6A8A1AC740}"/>
                </a:ext>
              </a:extLst>
            </p:cNvPr>
            <p:cNvGrpSpPr/>
            <p:nvPr/>
          </p:nvGrpSpPr>
          <p:grpSpPr>
            <a:xfrm>
              <a:off x="1550172" y="2139675"/>
              <a:ext cx="385960" cy="184666"/>
              <a:chOff x="1550172" y="2112699"/>
              <a:chExt cx="385960" cy="184666"/>
            </a:xfrm>
          </p:grpSpPr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6BC1DA89-DFFC-16B2-F942-32CF43CB06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65314" y="2206979"/>
                <a:ext cx="587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9262153-4B9C-FB4F-0C41-068B81EC4AC0}"/>
                  </a:ext>
                </a:extLst>
              </p:cNvPr>
              <p:cNvSpPr txBox="1"/>
              <p:nvPr/>
            </p:nvSpPr>
            <p:spPr>
              <a:xfrm>
                <a:off x="1550172" y="2112699"/>
                <a:ext cx="38596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1,000</a:t>
                </a:r>
                <a:endParaRPr lang="zh-CN" altLang="en-US" sz="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CEC9D70D-AA7B-295E-0940-5492A2C6C5F0}"/>
                </a:ext>
              </a:extLst>
            </p:cNvPr>
            <p:cNvGrpSpPr/>
            <p:nvPr/>
          </p:nvGrpSpPr>
          <p:grpSpPr>
            <a:xfrm>
              <a:off x="1550172" y="2224265"/>
              <a:ext cx="385960" cy="184666"/>
              <a:chOff x="1550172" y="1750396"/>
              <a:chExt cx="385960" cy="184666"/>
            </a:xfrm>
          </p:grpSpPr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F381E8FF-BC76-7A02-1DC9-34EFAB5D62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65314" y="1844676"/>
                <a:ext cx="587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F14122D-F257-48AF-B561-A8FBED28D42A}"/>
                  </a:ext>
                </a:extLst>
              </p:cNvPr>
              <p:cNvSpPr txBox="1"/>
              <p:nvPr/>
            </p:nvSpPr>
            <p:spPr>
              <a:xfrm>
                <a:off x="1550172" y="1750396"/>
                <a:ext cx="38596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900</a:t>
                </a:r>
                <a:endParaRPr lang="zh-CN" altLang="en-US" sz="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56FC7355-AABD-0774-C59B-9DEDE7A455A9}"/>
                </a:ext>
              </a:extLst>
            </p:cNvPr>
            <p:cNvGrpSpPr/>
            <p:nvPr/>
          </p:nvGrpSpPr>
          <p:grpSpPr>
            <a:xfrm>
              <a:off x="1550172" y="2317989"/>
              <a:ext cx="385960" cy="184666"/>
              <a:chOff x="1550172" y="1750396"/>
              <a:chExt cx="385960" cy="184666"/>
            </a:xfrm>
          </p:grpSpPr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3E0E5388-DCF4-8683-C550-A56DCB177E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65314" y="1844676"/>
                <a:ext cx="587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E20EB2A-C7DD-5CE8-D9F1-A656CC96EFA0}"/>
                  </a:ext>
                </a:extLst>
              </p:cNvPr>
              <p:cNvSpPr txBox="1"/>
              <p:nvPr/>
            </p:nvSpPr>
            <p:spPr>
              <a:xfrm>
                <a:off x="1550172" y="1750396"/>
                <a:ext cx="38596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800</a:t>
                </a:r>
                <a:endParaRPr lang="zh-CN" altLang="en-US" sz="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E3A10FBF-5D75-4D51-C829-35223FC5E07C}"/>
                </a:ext>
              </a:extLst>
            </p:cNvPr>
            <p:cNvGrpSpPr/>
            <p:nvPr/>
          </p:nvGrpSpPr>
          <p:grpSpPr>
            <a:xfrm>
              <a:off x="1550172" y="2421108"/>
              <a:ext cx="385960" cy="184666"/>
              <a:chOff x="1550172" y="1750396"/>
              <a:chExt cx="385960" cy="184666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90AD74C0-C7E8-9F7A-BDED-D7FC0845D9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65314" y="1844676"/>
                <a:ext cx="587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E327E23-4B3A-15B9-84AA-554BD8B774DE}"/>
                  </a:ext>
                </a:extLst>
              </p:cNvPr>
              <p:cNvSpPr txBox="1"/>
              <p:nvPr/>
            </p:nvSpPr>
            <p:spPr>
              <a:xfrm>
                <a:off x="1550172" y="1750396"/>
                <a:ext cx="38596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700</a:t>
                </a:r>
                <a:endParaRPr lang="zh-CN" altLang="en-US" sz="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A7717905-8C03-478B-A39C-AFE7AB5F053C}"/>
                </a:ext>
              </a:extLst>
            </p:cNvPr>
            <p:cNvGrpSpPr/>
            <p:nvPr/>
          </p:nvGrpSpPr>
          <p:grpSpPr>
            <a:xfrm>
              <a:off x="1550172" y="2571966"/>
              <a:ext cx="385960" cy="184666"/>
              <a:chOff x="1550172" y="1750396"/>
              <a:chExt cx="385960" cy="184666"/>
            </a:xfrm>
          </p:grpSpPr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8B49D69D-3C52-EE9D-C6B2-BE7CB0E240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65314" y="1844676"/>
                <a:ext cx="587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8C8E8928-2E9F-778B-107F-55411637EA46}"/>
                  </a:ext>
                </a:extLst>
              </p:cNvPr>
              <p:cNvSpPr txBox="1"/>
              <p:nvPr/>
            </p:nvSpPr>
            <p:spPr>
              <a:xfrm>
                <a:off x="1550172" y="1750396"/>
                <a:ext cx="38596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600</a:t>
                </a:r>
                <a:endParaRPr lang="zh-CN" altLang="en-US" sz="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70AF784F-733E-9011-4CB9-ACF3D7D43D6E}"/>
                </a:ext>
              </a:extLst>
            </p:cNvPr>
            <p:cNvGrpSpPr/>
            <p:nvPr/>
          </p:nvGrpSpPr>
          <p:grpSpPr>
            <a:xfrm>
              <a:off x="1550172" y="2664841"/>
              <a:ext cx="385960" cy="184666"/>
              <a:chOff x="1550172" y="1750396"/>
              <a:chExt cx="385960" cy="184666"/>
            </a:xfrm>
          </p:grpSpPr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4FB201F1-56F7-B0EE-5A24-BE0418C7ED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65314" y="1844676"/>
                <a:ext cx="587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6F0B38D-3064-D780-0F1C-24DE6106E062}"/>
                  </a:ext>
                </a:extLst>
              </p:cNvPr>
              <p:cNvSpPr txBox="1"/>
              <p:nvPr/>
            </p:nvSpPr>
            <p:spPr>
              <a:xfrm>
                <a:off x="1550172" y="1750396"/>
                <a:ext cx="38596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500</a:t>
                </a:r>
                <a:endParaRPr lang="zh-CN" altLang="en-US" sz="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6A130EB0-74CD-B919-E27A-0456685D00BC}"/>
                </a:ext>
              </a:extLst>
            </p:cNvPr>
            <p:cNvGrpSpPr/>
            <p:nvPr/>
          </p:nvGrpSpPr>
          <p:grpSpPr>
            <a:xfrm>
              <a:off x="1550172" y="2801640"/>
              <a:ext cx="385960" cy="184666"/>
              <a:chOff x="1550172" y="1750396"/>
              <a:chExt cx="385960" cy="184666"/>
            </a:xfrm>
          </p:grpSpPr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5DDBE054-B2E1-1E30-95D3-F6A4893A1D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65314" y="1844676"/>
                <a:ext cx="587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EFB49669-8609-3559-F870-499EA535F072}"/>
                  </a:ext>
                </a:extLst>
              </p:cNvPr>
              <p:cNvSpPr txBox="1"/>
              <p:nvPr/>
            </p:nvSpPr>
            <p:spPr>
              <a:xfrm>
                <a:off x="1550172" y="1750396"/>
                <a:ext cx="38596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400</a:t>
                </a:r>
                <a:endParaRPr lang="zh-CN" altLang="en-US" sz="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C446C73E-AF61-7A2B-75D3-65D6D66CA0F7}"/>
                </a:ext>
              </a:extLst>
            </p:cNvPr>
            <p:cNvGrpSpPr/>
            <p:nvPr/>
          </p:nvGrpSpPr>
          <p:grpSpPr>
            <a:xfrm>
              <a:off x="1550172" y="2995342"/>
              <a:ext cx="385960" cy="184666"/>
              <a:chOff x="1550172" y="1750396"/>
              <a:chExt cx="385960" cy="184666"/>
            </a:xfrm>
          </p:grpSpPr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FFB95294-27DD-C87E-43DF-64F15DF689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65314" y="1844676"/>
                <a:ext cx="587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7D8AC6D3-E0F3-5240-146B-FAFBB53EEDC0}"/>
                  </a:ext>
                </a:extLst>
              </p:cNvPr>
              <p:cNvSpPr txBox="1"/>
              <p:nvPr/>
            </p:nvSpPr>
            <p:spPr>
              <a:xfrm>
                <a:off x="1550172" y="1750396"/>
                <a:ext cx="38596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300</a:t>
                </a:r>
                <a:endParaRPr lang="zh-CN" altLang="en-US" sz="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0007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473</Words>
  <Application>Microsoft Office PowerPoint</Application>
  <PresentationFormat>宽屏</PresentationFormat>
  <Paragraphs>123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Zhu</dc:creator>
  <cp:lastModifiedBy>Meng Zhu</cp:lastModifiedBy>
  <cp:revision>7</cp:revision>
  <dcterms:created xsi:type="dcterms:W3CDTF">2026-06-25T18:02:52Z</dcterms:created>
  <dcterms:modified xsi:type="dcterms:W3CDTF">2026-08-19T16:07:52Z</dcterms:modified>
</cp:coreProperties>
</file>