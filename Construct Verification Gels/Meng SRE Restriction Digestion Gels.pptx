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59728" autoAdjust="0"/>
  </p:normalViewPr>
  <p:slideViewPr>
    <p:cSldViewPr snapToGrid="0">
      <p:cViewPr varScale="1">
        <p:scale>
          <a:sx n="48" d="100"/>
          <a:sy n="48" d="100"/>
        </p:scale>
        <p:origin x="3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5541B-6CCA-47BD-A1A8-B93327A290BD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55D58-A099-4B39-BBC5-43668CE9EF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976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b="1" dirty="0"/>
              <a:t>Restriction-digest verification of SRE effector constructs.</a:t>
            </a:r>
            <a:br>
              <a:rPr lang="zh-CN" altLang="zh-CN" dirty="0"/>
            </a:br>
            <a:r>
              <a:rPr lang="zh-CN" altLang="zh-CN" dirty="0"/>
              <a:t>Agarose gel electrophoresis of restriction-digested SRE14A, SRE16 and SRE17 constructs, shown alongside their corresponding predicted virtual digest patterns. The observed banding profiles were consistent with the expected fragment patterns for the three effector constructs.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55D58-A099-4B39-BBC5-43668CE9EF7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946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8EE46-008E-51FE-C4EB-753E42F6C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EBF31FC-45DB-6DCB-1980-65B82AE45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86F5D6-42C8-FEF0-1A13-892C5D04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38039-EEC9-44C2-A42A-E3008D71F5C8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2F6AA6-61B6-85EE-360C-AC48CB091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21DB20-1C3B-01F6-CD20-625268F1B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BB59-AED9-4BED-82C4-DE0F1C9767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79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F3CFDF-31B3-AC1B-1FCE-BCB946824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318FA3-B50F-E088-2594-19441E903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CBDF09-D0D7-A3D7-75A4-7185077A3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38039-EEC9-44C2-A42A-E3008D71F5C8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33F983-666A-3E50-AB13-95C15A09E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874CE3-4A2D-A246-F354-BF533F100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BB59-AED9-4BED-82C4-DE0F1C9767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896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3FCAF-C154-1861-A556-8E8A776C1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4F458A-BC06-F2C4-A017-028151882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2FEB01-4841-3D33-C3AA-3F915CE2A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38039-EEC9-44C2-A42A-E3008D71F5C8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506E48-DCBB-9627-0C2A-AB201E943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F534F-3966-F16E-F0C0-6EA8D48B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BB59-AED9-4BED-82C4-DE0F1C9767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9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42491-5DC7-D7F9-56D9-EC466703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A2EDED-6A5D-F6EE-ED90-720972C22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B41109-EFE8-7550-1B80-E9EE0A754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AB6735-D482-41F3-C26D-899219ADA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38039-EEC9-44C2-A42A-E3008D71F5C8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D6F48E-A076-7BB6-263A-109E9B41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4ED78A-0987-D13F-FA0D-77099D91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BB59-AED9-4BED-82C4-DE0F1C9767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73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1C950-F39A-08EB-CD47-6A8039EBE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35E92A-D85D-99E9-13A5-5FE5994D2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ECF5B8-0733-66F3-7ABF-145C6E137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6510D24-A44F-4D4A-F984-575ACFADC4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27A095-4463-E962-42F7-349B53A191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F320A7A-B91D-2A48-BAD7-5C10EF84B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38039-EEC9-44C2-A42A-E3008D71F5C8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37208B-AF7E-175B-FA5F-CA3EEF089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8A6165-87F7-3F29-0794-0EA8C2FE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BB59-AED9-4BED-82C4-DE0F1C9767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132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46679-1FCD-57C4-19ED-EA27910D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BFEA3A-28EB-ADD4-B504-8D9CAA118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38039-EEC9-44C2-A42A-E3008D71F5C8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C386BE-4A4B-5C32-C568-AF92F149B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D82737-AF12-F749-0AE0-FA43308EA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BB59-AED9-4BED-82C4-DE0F1C9767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575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9D6EE9-9EDB-4515-A8D8-105B2FA9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38039-EEC9-44C2-A42A-E3008D71F5C8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BE83358-F25D-4838-BEFB-1F340D036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6B1695-9994-304F-8748-B9B52CD3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BB59-AED9-4BED-82C4-DE0F1C9767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5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E957A8-DE85-EC7E-2F28-C97A5EF6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6953DB-D208-EC57-8887-2F6682345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D6757B-E986-BA76-092B-FBDDEF772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55F644-A907-200B-2327-CB0A880FD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38039-EEC9-44C2-A42A-E3008D71F5C8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2D77F4-A71D-5195-285D-D2C26DBA6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E27086-8A0D-C2BF-702D-F8B6F7F9B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BB59-AED9-4BED-82C4-DE0F1C9767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341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4D9DD-87A1-5884-07C8-859A4447E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6F3ED2-4058-7CB3-C91D-A36AD6CB90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BB9102-0FDA-E640-585F-B60212D83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76E7A4-89AC-A014-E77E-0A691F5F2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38039-EEC9-44C2-A42A-E3008D71F5C8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49DB00-A7FC-0066-A260-6BABDCE60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4AE107-77D5-0073-3DEB-BD79C2C54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BB59-AED9-4BED-82C4-DE0F1C9767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59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16DC7B-4A76-FFB4-0D8F-18040B1E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D79ADB-19FB-0521-DF9F-28CA1BEBE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B4CB4C-E97A-D807-52E8-4455142FB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38039-EEC9-44C2-A42A-E3008D71F5C8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DD08CB-AA38-3B8A-0451-1C53E9F2D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8F8D7E-7DE0-E68C-30E0-D5E1BEB5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BB59-AED9-4BED-82C4-DE0F1C9767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413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B38A3DC-0B05-DE07-854A-92D38A551C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59EEDC-7B06-6F9F-102D-E72A73C54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03FE1F-E026-8156-34B9-B51AB877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38039-EEC9-44C2-A42A-E3008D71F5C8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F2A1C3-D504-4210-8FDE-00EBBD597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2889D-A878-8AC3-636B-EB510944B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BB59-AED9-4BED-82C4-DE0F1C9767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695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3A0CE0-B860-B38C-7E41-84D6EAFCC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36E923-1B36-0692-B20B-03FF7B27B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118293-4481-8A38-68F0-92BED8E37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38039-EEC9-44C2-A42A-E3008D71F5C8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1EC26C-7537-AECF-0A10-4E524BA4CD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E17994-5EB8-BC8A-A30E-9AD7F31A9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DBB59-AED9-4BED-82C4-DE0F1C9767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38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0EEAB64-4930-2713-AB76-A8B3057A3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025"/>
          <a:stretch>
            <a:fillRect/>
          </a:stretch>
        </p:blipFill>
        <p:spPr>
          <a:xfrm>
            <a:off x="2422418" y="986327"/>
            <a:ext cx="4284205" cy="53468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D34D0A6-A739-5592-0BA3-25DF80A381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76"/>
          <a:stretch>
            <a:fillRect/>
          </a:stretch>
        </p:blipFill>
        <p:spPr>
          <a:xfrm>
            <a:off x="1488123" y="1777866"/>
            <a:ext cx="882137" cy="362795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82D689D-F828-0D99-144A-EA1EEE007A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06" r="56793" b="-438"/>
          <a:stretch>
            <a:fillRect/>
          </a:stretch>
        </p:blipFill>
        <p:spPr>
          <a:xfrm>
            <a:off x="6758781" y="1367518"/>
            <a:ext cx="3511286" cy="441529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8854520-2C73-4D4D-3755-964E9FBCE117}"/>
              </a:ext>
            </a:extLst>
          </p:cNvPr>
          <p:cNvSpPr txBox="1"/>
          <p:nvPr/>
        </p:nvSpPr>
        <p:spPr>
          <a:xfrm>
            <a:off x="3637790" y="1176318"/>
            <a:ext cx="7272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14A</a:t>
            </a:r>
            <a:endParaRPr lang="zh-CN" altLang="en-US" sz="2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02A948-32BC-4B5C-AD74-AA227B04C802}"/>
              </a:ext>
            </a:extLst>
          </p:cNvPr>
          <p:cNvSpPr txBox="1"/>
          <p:nvPr/>
        </p:nvSpPr>
        <p:spPr>
          <a:xfrm>
            <a:off x="4535715" y="1176318"/>
            <a:ext cx="7272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zh-CN" altLang="en-US" sz="2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B56C272-D0D8-CECA-F654-E950C9A13CCF}"/>
              </a:ext>
            </a:extLst>
          </p:cNvPr>
          <p:cNvSpPr txBox="1"/>
          <p:nvPr/>
        </p:nvSpPr>
        <p:spPr>
          <a:xfrm>
            <a:off x="5289028" y="1176318"/>
            <a:ext cx="7272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endParaRPr lang="zh-CN" altLang="en-US" sz="2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51E328A-A867-163C-3C93-4C9EB3A3F03A}"/>
              </a:ext>
            </a:extLst>
          </p:cNvPr>
          <p:cNvSpPr txBox="1"/>
          <p:nvPr/>
        </p:nvSpPr>
        <p:spPr>
          <a:xfrm>
            <a:off x="7921995" y="1075187"/>
            <a:ext cx="7492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14A</a:t>
            </a:r>
            <a:endParaRPr lang="zh-CN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FD99CF-1752-F285-BAAE-9969FA50EAA0}"/>
              </a:ext>
            </a:extLst>
          </p:cNvPr>
          <p:cNvSpPr txBox="1"/>
          <p:nvPr/>
        </p:nvSpPr>
        <p:spPr>
          <a:xfrm>
            <a:off x="8723434" y="1075187"/>
            <a:ext cx="654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zh-CN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472334F-3C7C-83EE-4037-708BFE776A60}"/>
              </a:ext>
            </a:extLst>
          </p:cNvPr>
          <p:cNvSpPr txBox="1"/>
          <p:nvPr/>
        </p:nvSpPr>
        <p:spPr>
          <a:xfrm>
            <a:off x="9378172" y="1075187"/>
            <a:ext cx="654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endParaRPr lang="zh-CN" alt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CA83337-9A16-C99A-EACD-8584F7F1DE42}"/>
              </a:ext>
            </a:extLst>
          </p:cNvPr>
          <p:cNvCxnSpPr>
            <a:cxnSpLocks/>
          </p:cNvCxnSpPr>
          <p:nvPr/>
        </p:nvCxnSpPr>
        <p:spPr>
          <a:xfrm>
            <a:off x="2165278" y="820449"/>
            <a:ext cx="873862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3B1D7C0-B8BF-88E0-FA18-414C73FDE8C1}"/>
              </a:ext>
            </a:extLst>
          </p:cNvPr>
          <p:cNvSpPr txBox="1"/>
          <p:nvPr/>
        </p:nvSpPr>
        <p:spPr>
          <a:xfrm>
            <a:off x="4681904" y="334879"/>
            <a:ext cx="4049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SRE Effectors; 18.06.2026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136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308</Words>
  <Application>Microsoft Office PowerPoint</Application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Zhu</dc:creator>
  <cp:lastModifiedBy>Meng Zhu</cp:lastModifiedBy>
  <cp:revision>4</cp:revision>
  <dcterms:created xsi:type="dcterms:W3CDTF">2026-06-18T23:01:59Z</dcterms:created>
  <dcterms:modified xsi:type="dcterms:W3CDTF">2026-08-19T16:07:43Z</dcterms:modified>
</cp:coreProperties>
</file>