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3" r:id="rId2"/>
    <p:sldId id="258" r:id="rId3"/>
    <p:sldId id="260" r:id="rId4"/>
    <p:sldId id="256" r:id="rId5"/>
    <p:sldId id="257" r:id="rId6"/>
    <p:sldId id="262" r:id="rId7"/>
    <p:sldId id="261"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ng Zhu" initials="MZ" lastIdx="2" clrIdx="0">
    <p:extLst>
      <p:ext uri="{19B8F6BF-5375-455C-9EA6-DF929625EA0E}">
        <p15:presenceInfo xmlns:p15="http://schemas.microsoft.com/office/powerpoint/2012/main" userId="ff8e263e93c914f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43" autoAdjust="0"/>
    <p:restoredTop sz="67334" autoAdjust="0"/>
  </p:normalViewPr>
  <p:slideViewPr>
    <p:cSldViewPr snapToGrid="0">
      <p:cViewPr varScale="1">
        <p:scale>
          <a:sx n="48" d="100"/>
          <a:sy n="48" d="100"/>
        </p:scale>
        <p:origin x="60"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339669-B123-48BA-B3F2-5F5DA8C869DB}" type="datetimeFigureOut">
              <a:rPr lang="zh-CN" altLang="en-US" smtClean="0"/>
              <a:t>2026/8/19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B0DDA6-149C-426F-AEB6-90C623026940}" type="slidenum">
              <a:rPr lang="zh-CN" altLang="en-US" smtClean="0"/>
              <a:t>‹#›</a:t>
            </a:fld>
            <a:endParaRPr lang="zh-CN" altLang="en-US"/>
          </a:p>
        </p:txBody>
      </p:sp>
    </p:spTree>
    <p:extLst>
      <p:ext uri="{BB962C8B-B14F-4D97-AF65-F5344CB8AC3E}">
        <p14:creationId xmlns:p14="http://schemas.microsoft.com/office/powerpoint/2010/main" val="3739139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a:t>Restriction-digest verification of Rx–vLRR constructs.</a:t>
            </a:r>
            <a:br>
              <a:rPr lang="zh-CN" altLang="zh-CN" dirty="0"/>
            </a:br>
            <a:r>
              <a:rPr lang="zh-CN" altLang="zh-CN" dirty="0"/>
              <a:t>Agarose gel electrophoresis of Rx–vLRR plasmids digested with BamHI and NdeI for candidates 52–76 and 187–191. Experimental banding patterns are shown together with the corresponding predicted virtual digests for comparison. Green ticks indicate samples with banding patterns consistent with the expected restriction profile, while crosses or question marks indicate unsuccessful or inconclusive verification in the corresponding run. Selected candidates were subsequently re-tested where required.</a:t>
            </a:r>
            <a:endParaRPr lang="zh-CN" altLang="en-US" dirty="0"/>
          </a:p>
        </p:txBody>
      </p:sp>
      <p:sp>
        <p:nvSpPr>
          <p:cNvPr id="4" name="灯片编号占位符 3"/>
          <p:cNvSpPr>
            <a:spLocks noGrp="1"/>
          </p:cNvSpPr>
          <p:nvPr>
            <p:ph type="sldNum" sz="quarter" idx="5"/>
          </p:nvPr>
        </p:nvSpPr>
        <p:spPr/>
        <p:txBody>
          <a:bodyPr/>
          <a:lstStyle/>
          <a:p>
            <a:fld id="{50B0DDA6-149C-426F-AEB6-90C623026940}" type="slidenum">
              <a:rPr lang="zh-CN" altLang="en-US" smtClean="0"/>
              <a:t>1</a:t>
            </a:fld>
            <a:endParaRPr lang="zh-CN" altLang="en-US"/>
          </a:p>
        </p:txBody>
      </p:sp>
    </p:spTree>
    <p:extLst>
      <p:ext uri="{BB962C8B-B14F-4D97-AF65-F5344CB8AC3E}">
        <p14:creationId xmlns:p14="http://schemas.microsoft.com/office/powerpoint/2010/main" val="1692673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31061-3A92-4B0C-E5B5-1B88FFBA7F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F614D4-182B-BF02-043B-755DE36DB42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6A83F097-1A08-8280-3B50-D2460D8FDE8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D800EF2-877A-A9E4-BF4D-078AD396E1CF}"/>
              </a:ext>
            </a:extLst>
          </p:cNvPr>
          <p:cNvSpPr>
            <a:spLocks noGrp="1"/>
          </p:cNvSpPr>
          <p:nvPr>
            <p:ph type="sldNum" sz="quarter" idx="5"/>
          </p:nvPr>
        </p:nvSpPr>
        <p:spPr/>
        <p:txBody>
          <a:bodyPr/>
          <a:lstStyle/>
          <a:p>
            <a:fld id="{50B0DDA6-149C-426F-AEB6-90C623026940}" type="slidenum">
              <a:rPr lang="zh-CN" altLang="en-US" smtClean="0"/>
              <a:t>2</a:t>
            </a:fld>
            <a:endParaRPr lang="zh-CN" altLang="en-US"/>
          </a:p>
        </p:txBody>
      </p:sp>
    </p:spTree>
    <p:extLst>
      <p:ext uri="{BB962C8B-B14F-4D97-AF65-F5344CB8AC3E}">
        <p14:creationId xmlns:p14="http://schemas.microsoft.com/office/powerpoint/2010/main" val="2585235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03593-A612-CCD3-90A1-789BAF3B56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027FC5-9CE0-93E4-5641-CB787E5450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FE4732-D49A-7D90-5FEC-47B3176260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C2DD87E-AF13-92AB-A0AD-26ABCD29D348}"/>
              </a:ext>
            </a:extLst>
          </p:cNvPr>
          <p:cNvSpPr>
            <a:spLocks noGrp="1"/>
          </p:cNvSpPr>
          <p:nvPr>
            <p:ph type="sldNum" sz="quarter" idx="5"/>
          </p:nvPr>
        </p:nvSpPr>
        <p:spPr/>
        <p:txBody>
          <a:bodyPr/>
          <a:lstStyle/>
          <a:p>
            <a:fld id="{50B0DDA6-149C-426F-AEB6-90C623026940}" type="slidenum">
              <a:rPr lang="zh-CN" altLang="en-US" smtClean="0"/>
              <a:t>3</a:t>
            </a:fld>
            <a:endParaRPr lang="zh-CN" altLang="en-US"/>
          </a:p>
        </p:txBody>
      </p:sp>
    </p:spTree>
    <p:extLst>
      <p:ext uri="{BB962C8B-B14F-4D97-AF65-F5344CB8AC3E}">
        <p14:creationId xmlns:p14="http://schemas.microsoft.com/office/powerpoint/2010/main" val="1071676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B0DDA6-149C-426F-AEB6-90C623026940}" type="slidenum">
              <a:rPr lang="zh-CN" altLang="en-US" smtClean="0"/>
              <a:t>4</a:t>
            </a:fld>
            <a:endParaRPr lang="zh-CN" altLang="en-US"/>
          </a:p>
        </p:txBody>
      </p:sp>
    </p:spTree>
    <p:extLst>
      <p:ext uri="{BB962C8B-B14F-4D97-AF65-F5344CB8AC3E}">
        <p14:creationId xmlns:p14="http://schemas.microsoft.com/office/powerpoint/2010/main" val="225339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0B0DDA6-149C-426F-AEB6-90C623026940}" type="slidenum">
              <a:rPr lang="zh-CN" altLang="en-US" smtClean="0"/>
              <a:t>5</a:t>
            </a:fld>
            <a:endParaRPr lang="zh-CN" altLang="en-US"/>
          </a:p>
        </p:txBody>
      </p:sp>
    </p:spTree>
    <p:extLst>
      <p:ext uri="{BB962C8B-B14F-4D97-AF65-F5344CB8AC3E}">
        <p14:creationId xmlns:p14="http://schemas.microsoft.com/office/powerpoint/2010/main" val="971363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709D1-27DE-DD27-A5D2-F08B68EE06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F625EE-92A0-F7E7-E74D-4B608C29F4F3}"/>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0DD3D349-760B-B301-0355-AA969B51795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8F36A8-F87B-21E5-BE57-83F8FA8F51A0}"/>
              </a:ext>
            </a:extLst>
          </p:cNvPr>
          <p:cNvSpPr>
            <a:spLocks noGrp="1"/>
          </p:cNvSpPr>
          <p:nvPr>
            <p:ph type="sldNum" sz="quarter" idx="5"/>
          </p:nvPr>
        </p:nvSpPr>
        <p:spPr/>
        <p:txBody>
          <a:bodyPr/>
          <a:lstStyle/>
          <a:p>
            <a:fld id="{50B0DDA6-149C-426F-AEB6-90C623026940}" type="slidenum">
              <a:rPr lang="zh-CN" altLang="en-US" smtClean="0"/>
              <a:t>6</a:t>
            </a:fld>
            <a:endParaRPr lang="zh-CN" altLang="en-US"/>
          </a:p>
        </p:txBody>
      </p:sp>
    </p:spTree>
    <p:extLst>
      <p:ext uri="{BB962C8B-B14F-4D97-AF65-F5344CB8AC3E}">
        <p14:creationId xmlns:p14="http://schemas.microsoft.com/office/powerpoint/2010/main" val="1818081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2A94-4447-E322-7196-2F17277618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AB31D3-C39E-0BDD-4EA8-6CD16124D5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C27A48-B5C1-D93A-94AA-05F54AF601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59F702-58C7-2A49-4B2A-C6B858682F7F}"/>
              </a:ext>
            </a:extLst>
          </p:cNvPr>
          <p:cNvSpPr>
            <a:spLocks noGrp="1"/>
          </p:cNvSpPr>
          <p:nvPr>
            <p:ph type="sldNum" sz="quarter" idx="5"/>
          </p:nvPr>
        </p:nvSpPr>
        <p:spPr/>
        <p:txBody>
          <a:bodyPr/>
          <a:lstStyle/>
          <a:p>
            <a:fld id="{50B0DDA6-149C-426F-AEB6-90C623026940}" type="slidenum">
              <a:rPr lang="zh-CN" altLang="en-US" smtClean="0"/>
              <a:t>7</a:t>
            </a:fld>
            <a:endParaRPr lang="zh-CN" altLang="en-US"/>
          </a:p>
        </p:txBody>
      </p:sp>
    </p:spTree>
    <p:extLst>
      <p:ext uri="{BB962C8B-B14F-4D97-AF65-F5344CB8AC3E}">
        <p14:creationId xmlns:p14="http://schemas.microsoft.com/office/powerpoint/2010/main" val="3004990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A7F8BC-7F24-D1EC-BD7B-D63B4D3F019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D83DEF2-E954-F42C-3E7E-5D52A46DC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A2990B9-8BCE-49E0-0B84-9300D3E0296F}"/>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5" name="页脚占位符 4">
            <a:extLst>
              <a:ext uri="{FF2B5EF4-FFF2-40B4-BE49-F238E27FC236}">
                <a16:creationId xmlns:a16="http://schemas.microsoft.com/office/drawing/2014/main" id="{9E2CB0E4-5A7D-99F6-099D-22D44C052C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C00AA2-8887-FB56-97F1-0AC1465369BA}"/>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1967890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305D43-C302-6FED-5403-CC2AFB477ED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67B5538-5A2C-39E6-A11F-0CF2DB61504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F97424-612B-3309-B511-F42F2080B935}"/>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5" name="页脚占位符 4">
            <a:extLst>
              <a:ext uri="{FF2B5EF4-FFF2-40B4-BE49-F238E27FC236}">
                <a16:creationId xmlns:a16="http://schemas.microsoft.com/office/drawing/2014/main" id="{431FB09A-3E4D-E045-5F7D-F721A017CD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B1C79C-C8B9-E2ED-F558-357B2A0E3082}"/>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2369062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375D4-8998-8AFD-219A-6CC8C8521B2F}"/>
              </a:ext>
            </a:extLst>
          </p:cNvPr>
          <p:cNvSpPr>
            <a:spLocks noGrp="1"/>
          </p:cNvSpPr>
          <p:nvPr>
            <p:ph type="title"/>
          </p:nvPr>
        </p:nvSpPr>
        <p:spPr>
          <a:xfrm>
            <a:off x="831850" y="1709740"/>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9E1F43-EFAA-5C37-8F33-E5A66A8A38A3}"/>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03B7C5D-8EEA-7059-BA7D-5D6D12DA3BEF}"/>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5" name="页脚占位符 4">
            <a:extLst>
              <a:ext uri="{FF2B5EF4-FFF2-40B4-BE49-F238E27FC236}">
                <a16:creationId xmlns:a16="http://schemas.microsoft.com/office/drawing/2014/main" id="{857EFCB7-A234-EEFA-6689-929136C38D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C909D6-6EE9-E734-F598-207E968DA65E}"/>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3930591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53A491-8CFA-28ED-9F62-7038F9E1A4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1A07FBF-5B50-6ECF-66EC-A400C9C9EA8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0E1BE24-189C-F3AA-9130-2BF76B7B296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99F541-766C-70EB-25F7-3693806DC7B9}"/>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6" name="页脚占位符 5">
            <a:extLst>
              <a:ext uri="{FF2B5EF4-FFF2-40B4-BE49-F238E27FC236}">
                <a16:creationId xmlns:a16="http://schemas.microsoft.com/office/drawing/2014/main" id="{3EDD1D8F-1AC1-2131-D662-B0285A20E44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F525B3-E796-DFAF-795C-E5439F3F0A4B}"/>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168396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2DCD2-4276-EFEA-BE0C-447A1EC3C291}"/>
              </a:ext>
            </a:extLst>
          </p:cNvPr>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C3FE437-D4C5-627F-1AC0-81FF1826137E}"/>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34700D3-B0EC-114A-4A73-DD30C49C7E8B}"/>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E7E4A21-E939-1884-0FC7-2347F2F405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5FD1994-DE44-92C6-96BD-0C6654C9BAF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7FEF745-70E2-C887-A67B-FF9F571D28B1}"/>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8" name="页脚占位符 7">
            <a:extLst>
              <a:ext uri="{FF2B5EF4-FFF2-40B4-BE49-F238E27FC236}">
                <a16:creationId xmlns:a16="http://schemas.microsoft.com/office/drawing/2014/main" id="{AB3AC1D4-4208-0ADA-CF16-80BB6D50751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DD240E6-7854-4659-229E-070E89AA236C}"/>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2742933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5D18EF-C2C4-6A72-580C-3E52E1A7B6E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6230A8-BA8A-9426-11A9-4723ACD62920}"/>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4" name="页脚占位符 3">
            <a:extLst>
              <a:ext uri="{FF2B5EF4-FFF2-40B4-BE49-F238E27FC236}">
                <a16:creationId xmlns:a16="http://schemas.microsoft.com/office/drawing/2014/main" id="{3B47EFB9-632B-3397-710E-050CCC80716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86438BA-6B39-30F1-AD64-EBCF2B716E76}"/>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1303431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B08221-8AC8-A59F-8CA0-BE8400F87F9E}"/>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3" name="页脚占位符 2">
            <a:extLst>
              <a:ext uri="{FF2B5EF4-FFF2-40B4-BE49-F238E27FC236}">
                <a16:creationId xmlns:a16="http://schemas.microsoft.com/office/drawing/2014/main" id="{CC4AB77B-2A42-1597-D2E4-CD6CCC8535B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CF4DA06-71E9-A542-41B7-DC145C15D907}"/>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1399751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818265-99B6-476B-F315-447497E3C17F}"/>
              </a:ext>
            </a:extLst>
          </p:cNvPr>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AFD65D9-77F3-1F11-3D15-BA9874CE61D4}"/>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762B5FC-F2FB-D441-F683-03E448C57388}"/>
              </a:ext>
            </a:extLst>
          </p:cNvPr>
          <p:cNvSpPr>
            <a:spLocks noGrp="1"/>
          </p:cNvSpPr>
          <p:nvPr>
            <p:ph type="body" sz="half" idx="2"/>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C05138-6424-B409-A2B2-1DAE997F5C06}"/>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6" name="页脚占位符 5">
            <a:extLst>
              <a:ext uri="{FF2B5EF4-FFF2-40B4-BE49-F238E27FC236}">
                <a16:creationId xmlns:a16="http://schemas.microsoft.com/office/drawing/2014/main" id="{2D278501-4BAD-4615-ABA1-CC4E48A0A9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C51A92F-649E-90F9-BF11-A337D7526808}"/>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2064862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E319AF-F09B-57C6-EBD2-359ADADF1F49}"/>
              </a:ext>
            </a:extLst>
          </p:cNvPr>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1179E2D-2F6F-8D07-6A47-A88504EF2F0A}"/>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9CDF510-08DE-7C6F-BA59-EA8C8A5AEDC0}"/>
              </a:ext>
            </a:extLst>
          </p:cNvPr>
          <p:cNvSpPr>
            <a:spLocks noGrp="1"/>
          </p:cNvSpPr>
          <p:nvPr>
            <p:ph type="body" sz="half" idx="2"/>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2CF7BC3-BCB2-D70E-FD07-F32A714A2330}"/>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6" name="页脚占位符 5">
            <a:extLst>
              <a:ext uri="{FF2B5EF4-FFF2-40B4-BE49-F238E27FC236}">
                <a16:creationId xmlns:a16="http://schemas.microsoft.com/office/drawing/2014/main" id="{D14747FD-0A56-43F4-03FF-7C6398574D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6E9818-8F05-7728-38E5-74A6804CC12C}"/>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2547278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DF051E-4C7E-E14D-B575-E82D3EC4B43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D41770C-CADF-3ED4-F4AE-A619C152565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1D7C96-88BA-1CE6-4034-423E62E6472E}"/>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5" name="页脚占位符 4">
            <a:extLst>
              <a:ext uri="{FF2B5EF4-FFF2-40B4-BE49-F238E27FC236}">
                <a16:creationId xmlns:a16="http://schemas.microsoft.com/office/drawing/2014/main" id="{25A15A56-0AE1-AFFE-F94B-BFED9B2D56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C844FE7-3C0F-453E-D16C-B529924475EF}"/>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512587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7D1ACCB-48E7-FFAF-482F-F49B6409D86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0F19A4A-E61B-A174-9D6B-9FCA20E155C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03A962-7449-8372-BB31-5A5BF66F579B}"/>
              </a:ext>
            </a:extLst>
          </p:cNvPr>
          <p:cNvSpPr>
            <a:spLocks noGrp="1"/>
          </p:cNvSpPr>
          <p:nvPr>
            <p:ph type="dt" sz="half" idx="10"/>
          </p:nvPr>
        </p:nvSpPr>
        <p:spPr/>
        <p:txBody>
          <a:bodyPr/>
          <a:lstStyle/>
          <a:p>
            <a:fld id="{0B087D87-11F7-43F5-BF46-6C5FAADD211D}" type="datetimeFigureOut">
              <a:rPr lang="zh-CN" altLang="en-US" smtClean="0"/>
              <a:t>2026/8/19</a:t>
            </a:fld>
            <a:endParaRPr lang="zh-CN" altLang="en-US"/>
          </a:p>
        </p:txBody>
      </p:sp>
      <p:sp>
        <p:nvSpPr>
          <p:cNvPr id="5" name="页脚占位符 4">
            <a:extLst>
              <a:ext uri="{FF2B5EF4-FFF2-40B4-BE49-F238E27FC236}">
                <a16:creationId xmlns:a16="http://schemas.microsoft.com/office/drawing/2014/main" id="{16EE4537-8E6E-287C-65B8-502A77AA3D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631B89-57B5-BB2F-F685-3215E2FA0732}"/>
              </a:ext>
            </a:extLst>
          </p:cNvPr>
          <p:cNvSpPr>
            <a:spLocks noGrp="1"/>
          </p:cNvSpPr>
          <p:nvPr>
            <p:ph type="sldNum" sz="quarter" idx="12"/>
          </p:nvPr>
        </p:nvSpPr>
        <p:spPr/>
        <p:txBody>
          <a:body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1940815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815116E-1CE6-F07B-1D9A-D2E7FF59BF2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2DE4011-E010-6081-D804-3AF2B3CC1C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833A2D-0096-70A3-7173-F859664EB961}"/>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087D87-11F7-43F5-BF46-6C5FAADD211D}" type="datetimeFigureOut">
              <a:rPr lang="zh-CN" altLang="en-US" smtClean="0"/>
              <a:t>2026/8/19</a:t>
            </a:fld>
            <a:endParaRPr lang="zh-CN" altLang="en-US"/>
          </a:p>
        </p:txBody>
      </p:sp>
      <p:sp>
        <p:nvSpPr>
          <p:cNvPr id="5" name="页脚占位符 4">
            <a:extLst>
              <a:ext uri="{FF2B5EF4-FFF2-40B4-BE49-F238E27FC236}">
                <a16:creationId xmlns:a16="http://schemas.microsoft.com/office/drawing/2014/main" id="{6B68A87F-3B7C-5FFD-71A3-FEFFF707DD3A}"/>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14F20D2-80B6-6B0F-CFA6-2FDC1122D377}"/>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B1956F-33F0-4E73-A295-4A07F2B23AC5}" type="slidenum">
              <a:rPr lang="zh-CN" altLang="en-US" smtClean="0"/>
              <a:t>‹#›</a:t>
            </a:fld>
            <a:endParaRPr lang="zh-CN" altLang="en-US"/>
          </a:p>
        </p:txBody>
      </p:sp>
    </p:spTree>
    <p:extLst>
      <p:ext uri="{BB962C8B-B14F-4D97-AF65-F5344CB8AC3E}">
        <p14:creationId xmlns:p14="http://schemas.microsoft.com/office/powerpoint/2010/main" val="2780064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ti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tif"/><Relationship Id="rId7" Type="http://schemas.openxmlformats.org/officeDocument/2006/relationships/image" Target="../media/image10.tif"/><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B1B748-EAE2-FD69-5793-64065257B094}"/>
              </a:ext>
            </a:extLst>
          </p:cNvPr>
          <p:cNvSpPr>
            <a:spLocks noGrp="1"/>
          </p:cNvSpPr>
          <p:nvPr>
            <p:ph type="ctrTitle"/>
          </p:nvPr>
        </p:nvSpPr>
        <p:spPr>
          <a:xfrm>
            <a:off x="1524000" y="1122363"/>
            <a:ext cx="9144000" cy="2832780"/>
          </a:xfrm>
        </p:spPr>
        <p:txBody>
          <a:bodyPr>
            <a:normAutofit/>
          </a:bodyPr>
          <a:lstStyle/>
          <a:p>
            <a:r>
              <a:rPr lang="en-US" altLang="zh-CN" sz="4400" b="1" dirty="0">
                <a:latin typeface="Arial" panose="020B0604020202020204" pitchFamily="34" charset="0"/>
                <a:cs typeface="Arial" panose="020B0604020202020204" pitchFamily="34" charset="0"/>
              </a:rPr>
              <a:t>Restriction Digest Gel of Rx </a:t>
            </a:r>
            <a:r>
              <a:rPr lang="en-US" altLang="zh-CN" sz="4400" b="1" dirty="0" err="1">
                <a:latin typeface="Arial" panose="020B0604020202020204" pitchFamily="34" charset="0"/>
                <a:cs typeface="Arial" panose="020B0604020202020204" pitchFamily="34" charset="0"/>
              </a:rPr>
              <a:t>vLRR</a:t>
            </a:r>
            <a:r>
              <a:rPr lang="en-US" altLang="zh-CN" sz="4400" b="1" dirty="0">
                <a:latin typeface="Arial" panose="020B0604020202020204" pitchFamily="34" charset="0"/>
                <a:cs typeface="Arial" panose="020B0604020202020204" pitchFamily="34" charset="0"/>
              </a:rPr>
              <a:t> Candidate 52-76, 187-191, and SRE </a:t>
            </a:r>
            <a:r>
              <a:rPr lang="en-US" altLang="zh-CN" sz="4400" b="1" dirty="0" err="1">
                <a:latin typeface="Arial" panose="020B0604020202020204" pitchFamily="34" charset="0"/>
                <a:cs typeface="Arial" panose="020B0604020202020204" pitchFamily="34" charset="0"/>
              </a:rPr>
              <a:t>Effectros</a:t>
            </a:r>
            <a:r>
              <a:rPr lang="en-US" altLang="zh-CN" sz="4400" b="1" dirty="0">
                <a:latin typeface="Arial" panose="020B0604020202020204" pitchFamily="34" charset="0"/>
                <a:cs typeface="Arial" panose="020B0604020202020204" pitchFamily="34" charset="0"/>
              </a:rPr>
              <a:t> 14(A), 16, 17</a:t>
            </a:r>
            <a:endParaRPr lang="zh-CN" altLang="en-US" sz="4400" dirty="0">
              <a:latin typeface="Arial" panose="020B0604020202020204" pitchFamily="34" charset="0"/>
              <a:cs typeface="Arial" panose="020B0604020202020204" pitchFamily="34" charset="0"/>
            </a:endParaRPr>
          </a:p>
        </p:txBody>
      </p:sp>
      <p:sp>
        <p:nvSpPr>
          <p:cNvPr id="3" name="副标题 2">
            <a:extLst>
              <a:ext uri="{FF2B5EF4-FFF2-40B4-BE49-F238E27FC236}">
                <a16:creationId xmlns:a16="http://schemas.microsoft.com/office/drawing/2014/main" id="{F85A8DFE-8F40-7427-20A4-168AB82B144D}"/>
              </a:ext>
            </a:extLst>
          </p:cNvPr>
          <p:cNvSpPr>
            <a:spLocks noGrp="1"/>
          </p:cNvSpPr>
          <p:nvPr>
            <p:ph type="subTitle" idx="1"/>
          </p:nvPr>
        </p:nvSpPr>
        <p:spPr>
          <a:xfrm>
            <a:off x="1524000" y="4034970"/>
            <a:ext cx="9144000" cy="1222829"/>
          </a:xfrm>
        </p:spPr>
        <p:txBody>
          <a:bodyPr/>
          <a:lstStyle/>
          <a:p>
            <a:r>
              <a:rPr lang="en-US" altLang="zh-CN" b="1" dirty="0">
                <a:solidFill>
                  <a:schemeClr val="tx1">
                    <a:lumMod val="75000"/>
                    <a:lumOff val="25000"/>
                  </a:schemeClr>
                </a:solidFill>
                <a:latin typeface="Arial" panose="020B0604020202020204" pitchFamily="34" charset="0"/>
                <a:cs typeface="Arial" panose="020B0604020202020204" pitchFamily="34" charset="0"/>
              </a:rPr>
              <a:t>Meng Zhu</a:t>
            </a:r>
            <a:endParaRPr lang="zh-CN" altLang="en-US" b="1"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7234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AE1A-0863-6DF5-5E88-00468D21BC9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3D1B515-9786-9910-A4F5-FD468829E74F}"/>
              </a:ext>
            </a:extLst>
          </p:cNvPr>
          <p:cNvPicPr>
            <a:picLocks noChangeAspect="1"/>
          </p:cNvPicPr>
          <p:nvPr/>
        </p:nvPicPr>
        <p:blipFill>
          <a:blip r:embed="rId3">
            <a:extLst>
              <a:ext uri="{28A0092B-C50C-407E-A947-70E740481C1C}">
                <a14:useLocalDpi xmlns:a14="http://schemas.microsoft.com/office/drawing/2010/main" val="0"/>
              </a:ext>
            </a:extLst>
          </a:blip>
          <a:srcRect l="3933" t="4644" b="9432"/>
          <a:stretch>
            <a:fillRect/>
          </a:stretch>
        </p:blipFill>
        <p:spPr>
          <a:xfrm>
            <a:off x="1181347" y="987982"/>
            <a:ext cx="10431151" cy="4660428"/>
          </a:xfrm>
          <a:prstGeom prst="rect">
            <a:avLst/>
          </a:prstGeom>
        </p:spPr>
      </p:pic>
      <p:grpSp>
        <p:nvGrpSpPr>
          <p:cNvPr id="28" name="组合 27">
            <a:extLst>
              <a:ext uri="{FF2B5EF4-FFF2-40B4-BE49-F238E27FC236}">
                <a16:creationId xmlns:a16="http://schemas.microsoft.com/office/drawing/2014/main" id="{1DDD6DF4-CA35-45B1-3376-D43A05FA02F2}"/>
              </a:ext>
            </a:extLst>
          </p:cNvPr>
          <p:cNvGrpSpPr/>
          <p:nvPr/>
        </p:nvGrpSpPr>
        <p:grpSpPr>
          <a:xfrm>
            <a:off x="2153987" y="1430820"/>
            <a:ext cx="8985778" cy="435925"/>
            <a:chOff x="965726" y="939071"/>
            <a:chExt cx="4595502" cy="208695"/>
          </a:xfrm>
        </p:grpSpPr>
        <p:sp>
          <p:nvSpPr>
            <p:cNvPr id="7" name="文本框 6">
              <a:extLst>
                <a:ext uri="{FF2B5EF4-FFF2-40B4-BE49-F238E27FC236}">
                  <a16:creationId xmlns:a16="http://schemas.microsoft.com/office/drawing/2014/main" id="{581BFB9D-66AB-2376-AF94-6539570C58CD}"/>
                </a:ext>
              </a:extLst>
            </p:cNvPr>
            <p:cNvSpPr txBox="1"/>
            <p:nvPr/>
          </p:nvSpPr>
          <p:spPr>
            <a:xfrm>
              <a:off x="965726" y="939072"/>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52</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B7B07DE8-6BA0-E178-2520-12E2430FFDDF}"/>
                </a:ext>
              </a:extLst>
            </p:cNvPr>
            <p:cNvSpPr txBox="1"/>
            <p:nvPr/>
          </p:nvSpPr>
          <p:spPr>
            <a:xfrm>
              <a:off x="1334987" y="940277"/>
              <a:ext cx="280701"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53</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9DDFB36B-CE00-0CBD-8075-4F28CB1B8088}"/>
                </a:ext>
              </a:extLst>
            </p:cNvPr>
            <p:cNvSpPr txBox="1"/>
            <p:nvPr/>
          </p:nvSpPr>
          <p:spPr>
            <a:xfrm>
              <a:off x="1727397" y="940277"/>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54</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6A3437A6-F74B-E2FF-3291-A772C2DBB970}"/>
                </a:ext>
              </a:extLst>
            </p:cNvPr>
            <p:cNvSpPr txBox="1"/>
            <p:nvPr/>
          </p:nvSpPr>
          <p:spPr>
            <a:xfrm>
              <a:off x="2105052" y="940277"/>
              <a:ext cx="280701"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55</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0B86E8B3-9ECF-2BFB-2028-5864E25238D4}"/>
                </a:ext>
              </a:extLst>
            </p:cNvPr>
            <p:cNvSpPr txBox="1"/>
            <p:nvPr/>
          </p:nvSpPr>
          <p:spPr>
            <a:xfrm>
              <a:off x="2486337" y="940277"/>
              <a:ext cx="267392"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56</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7DA5C2B7-8207-9751-1BE1-9D2BA3BD3C93}"/>
                </a:ext>
              </a:extLst>
            </p:cNvPr>
            <p:cNvSpPr txBox="1"/>
            <p:nvPr/>
          </p:nvSpPr>
          <p:spPr>
            <a:xfrm>
              <a:off x="2875695" y="941483"/>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57</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455F056C-3385-B3FB-FB14-46DAA6416EF3}"/>
                </a:ext>
              </a:extLst>
            </p:cNvPr>
            <p:cNvSpPr txBox="1"/>
            <p:nvPr/>
          </p:nvSpPr>
          <p:spPr>
            <a:xfrm>
              <a:off x="3260096" y="940277"/>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58</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50DE53B9-2B6E-8CE3-CA09-8C3A0A6EAA2B}"/>
                </a:ext>
              </a:extLst>
            </p:cNvPr>
            <p:cNvSpPr txBox="1"/>
            <p:nvPr/>
          </p:nvSpPr>
          <p:spPr>
            <a:xfrm>
              <a:off x="3634010"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59</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29C3FF3D-4F7B-43FF-EDCF-D401431A448E}"/>
                </a:ext>
              </a:extLst>
            </p:cNvPr>
            <p:cNvSpPr txBox="1"/>
            <p:nvPr/>
          </p:nvSpPr>
          <p:spPr>
            <a:xfrm>
              <a:off x="4018513"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60</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478FCA8A-9AD0-05D0-7770-37A2AC61EDE0}"/>
                </a:ext>
              </a:extLst>
            </p:cNvPr>
            <p:cNvSpPr txBox="1"/>
            <p:nvPr/>
          </p:nvSpPr>
          <p:spPr>
            <a:xfrm>
              <a:off x="4423187"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61</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D1EEA934-5797-8165-1A2E-0F5FC504729D}"/>
                </a:ext>
              </a:extLst>
            </p:cNvPr>
            <p:cNvSpPr txBox="1"/>
            <p:nvPr/>
          </p:nvSpPr>
          <p:spPr>
            <a:xfrm>
              <a:off x="4803373"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62</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A60C8446-3843-EB85-8E19-8F1AEDDBB583}"/>
                </a:ext>
              </a:extLst>
            </p:cNvPr>
            <p:cNvSpPr txBox="1"/>
            <p:nvPr/>
          </p:nvSpPr>
          <p:spPr>
            <a:xfrm>
              <a:off x="5177790"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63</a:t>
              </a:r>
              <a:endParaRPr lang="zh-CN" altLang="en-US" sz="2200" b="1" dirty="0">
                <a:solidFill>
                  <a:schemeClr val="bg1"/>
                </a:solidFill>
                <a:latin typeface="Arial" panose="020B0604020202020204" pitchFamily="34" charset="0"/>
                <a:cs typeface="Arial" panose="020B0604020202020204" pitchFamily="34" charset="0"/>
              </a:endParaRPr>
            </a:p>
          </p:txBody>
        </p:sp>
      </p:grpSp>
      <p:pic>
        <p:nvPicPr>
          <p:cNvPr id="35" name="图片 34">
            <a:extLst>
              <a:ext uri="{FF2B5EF4-FFF2-40B4-BE49-F238E27FC236}">
                <a16:creationId xmlns:a16="http://schemas.microsoft.com/office/drawing/2014/main" id="{98691AB3-EB04-6581-6A78-0EAC924C0B64}"/>
              </a:ext>
            </a:extLst>
          </p:cNvPr>
          <p:cNvPicPr>
            <a:picLocks noChangeAspect="1"/>
          </p:cNvPicPr>
          <p:nvPr/>
        </p:nvPicPr>
        <p:blipFill>
          <a:blip r:embed="rId4">
            <a:extLst>
              <a:ext uri="{28A0092B-C50C-407E-A947-70E740481C1C}">
                <a14:useLocalDpi xmlns:a14="http://schemas.microsoft.com/office/drawing/2010/main" val="0"/>
              </a:ext>
            </a:extLst>
          </a:blip>
          <a:srcRect l="29776"/>
          <a:stretch>
            <a:fillRect/>
          </a:stretch>
        </p:blipFill>
        <p:spPr>
          <a:xfrm>
            <a:off x="407549" y="2061634"/>
            <a:ext cx="773798" cy="2782216"/>
          </a:xfrm>
          <a:prstGeom prst="rect">
            <a:avLst/>
          </a:prstGeom>
        </p:spPr>
      </p:pic>
      <p:pic>
        <p:nvPicPr>
          <p:cNvPr id="41" name="图片 40">
            <a:extLst>
              <a:ext uri="{FF2B5EF4-FFF2-40B4-BE49-F238E27FC236}">
                <a16:creationId xmlns:a16="http://schemas.microsoft.com/office/drawing/2014/main" id="{941A1444-CABB-C440-1D77-98B12C29D6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2050" y="5717387"/>
            <a:ext cx="649829" cy="649546"/>
          </a:xfrm>
          <a:prstGeom prst="rect">
            <a:avLst/>
          </a:prstGeom>
        </p:spPr>
      </p:pic>
      <p:pic>
        <p:nvPicPr>
          <p:cNvPr id="44" name="图片 43">
            <a:extLst>
              <a:ext uri="{FF2B5EF4-FFF2-40B4-BE49-F238E27FC236}">
                <a16:creationId xmlns:a16="http://schemas.microsoft.com/office/drawing/2014/main" id="{3FF0928B-8E35-8592-CF48-9987A53F81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25537" y="5736117"/>
            <a:ext cx="649829" cy="649546"/>
          </a:xfrm>
          <a:prstGeom prst="rect">
            <a:avLst/>
          </a:prstGeom>
        </p:spPr>
      </p:pic>
      <p:pic>
        <p:nvPicPr>
          <p:cNvPr id="45" name="图片 44">
            <a:extLst>
              <a:ext uri="{FF2B5EF4-FFF2-40B4-BE49-F238E27FC236}">
                <a16:creationId xmlns:a16="http://schemas.microsoft.com/office/drawing/2014/main" id="{05278455-79A3-3C4C-A617-4882CCC349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59987" y="5717387"/>
            <a:ext cx="649829" cy="649546"/>
          </a:xfrm>
          <a:prstGeom prst="rect">
            <a:avLst/>
          </a:prstGeom>
        </p:spPr>
      </p:pic>
      <p:pic>
        <p:nvPicPr>
          <p:cNvPr id="46" name="图片 45">
            <a:extLst>
              <a:ext uri="{FF2B5EF4-FFF2-40B4-BE49-F238E27FC236}">
                <a16:creationId xmlns:a16="http://schemas.microsoft.com/office/drawing/2014/main" id="{3408BBCB-B63C-1E89-7C51-ED95EA3AD8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2589" y="5717387"/>
            <a:ext cx="649829" cy="649546"/>
          </a:xfrm>
          <a:prstGeom prst="rect">
            <a:avLst/>
          </a:prstGeom>
        </p:spPr>
      </p:pic>
      <p:pic>
        <p:nvPicPr>
          <p:cNvPr id="49" name="图片 48">
            <a:extLst>
              <a:ext uri="{FF2B5EF4-FFF2-40B4-BE49-F238E27FC236}">
                <a16:creationId xmlns:a16="http://schemas.microsoft.com/office/drawing/2014/main" id="{A0470BA0-1888-570B-6E93-C32110E212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6497" y="5736117"/>
            <a:ext cx="649829" cy="649546"/>
          </a:xfrm>
          <a:prstGeom prst="rect">
            <a:avLst/>
          </a:prstGeom>
        </p:spPr>
      </p:pic>
      <p:pic>
        <p:nvPicPr>
          <p:cNvPr id="50" name="图片 49">
            <a:extLst>
              <a:ext uri="{FF2B5EF4-FFF2-40B4-BE49-F238E27FC236}">
                <a16:creationId xmlns:a16="http://schemas.microsoft.com/office/drawing/2014/main" id="{97D9487A-099E-4C9E-38DC-ED04FBA456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13434" y="5711305"/>
            <a:ext cx="649829" cy="649546"/>
          </a:xfrm>
          <a:prstGeom prst="rect">
            <a:avLst/>
          </a:prstGeom>
        </p:spPr>
      </p:pic>
      <p:pic>
        <p:nvPicPr>
          <p:cNvPr id="51" name="图片 50">
            <a:extLst>
              <a:ext uri="{FF2B5EF4-FFF2-40B4-BE49-F238E27FC236}">
                <a16:creationId xmlns:a16="http://schemas.microsoft.com/office/drawing/2014/main" id="{B37559B1-C16A-CB86-0C1A-8D37D3D88F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6881" y="5736117"/>
            <a:ext cx="649829" cy="649546"/>
          </a:xfrm>
          <a:prstGeom prst="rect">
            <a:avLst/>
          </a:prstGeom>
        </p:spPr>
      </p:pic>
      <p:pic>
        <p:nvPicPr>
          <p:cNvPr id="52" name="图片 51">
            <a:extLst>
              <a:ext uri="{FF2B5EF4-FFF2-40B4-BE49-F238E27FC236}">
                <a16:creationId xmlns:a16="http://schemas.microsoft.com/office/drawing/2014/main" id="{26274330-49CE-9A97-2D57-85CB964748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53697" y="5736117"/>
            <a:ext cx="649829" cy="649546"/>
          </a:xfrm>
          <a:prstGeom prst="rect">
            <a:avLst/>
          </a:prstGeom>
        </p:spPr>
      </p:pic>
      <p:pic>
        <p:nvPicPr>
          <p:cNvPr id="53" name="图片 52">
            <a:extLst>
              <a:ext uri="{FF2B5EF4-FFF2-40B4-BE49-F238E27FC236}">
                <a16:creationId xmlns:a16="http://schemas.microsoft.com/office/drawing/2014/main" id="{D011FC2A-BC7C-90E5-D125-E9EDC87A05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21855" y="5713810"/>
            <a:ext cx="649829" cy="649546"/>
          </a:xfrm>
          <a:prstGeom prst="rect">
            <a:avLst/>
          </a:prstGeom>
        </p:spPr>
      </p:pic>
      <p:pic>
        <p:nvPicPr>
          <p:cNvPr id="54" name="图片 53">
            <a:extLst>
              <a:ext uri="{FF2B5EF4-FFF2-40B4-BE49-F238E27FC236}">
                <a16:creationId xmlns:a16="http://schemas.microsoft.com/office/drawing/2014/main" id="{BCAA0BBE-04A9-921B-A7EB-864998F4CA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59397" y="5711305"/>
            <a:ext cx="649829" cy="649546"/>
          </a:xfrm>
          <a:prstGeom prst="rect">
            <a:avLst/>
          </a:prstGeom>
        </p:spPr>
      </p:pic>
      <p:pic>
        <p:nvPicPr>
          <p:cNvPr id="2" name="图片 1">
            <a:extLst>
              <a:ext uri="{FF2B5EF4-FFF2-40B4-BE49-F238E27FC236}">
                <a16:creationId xmlns:a16="http://schemas.microsoft.com/office/drawing/2014/main" id="{A4B45AF1-7D4F-4D4C-60DB-A44CD6F40A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7342" y="5736117"/>
            <a:ext cx="649829" cy="649546"/>
          </a:xfrm>
          <a:prstGeom prst="rect">
            <a:avLst/>
          </a:prstGeom>
        </p:spPr>
      </p:pic>
      <p:pic>
        <p:nvPicPr>
          <p:cNvPr id="5" name="图片 4">
            <a:extLst>
              <a:ext uri="{FF2B5EF4-FFF2-40B4-BE49-F238E27FC236}">
                <a16:creationId xmlns:a16="http://schemas.microsoft.com/office/drawing/2014/main" id="{75C71BFC-2851-6866-A677-009B76B1DA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0065" y="5736117"/>
            <a:ext cx="649829" cy="649546"/>
          </a:xfrm>
          <a:prstGeom prst="rect">
            <a:avLst/>
          </a:prstGeom>
        </p:spPr>
      </p:pic>
      <p:cxnSp>
        <p:nvCxnSpPr>
          <p:cNvPr id="15" name="直接连接符 14">
            <a:extLst>
              <a:ext uri="{FF2B5EF4-FFF2-40B4-BE49-F238E27FC236}">
                <a16:creationId xmlns:a16="http://schemas.microsoft.com/office/drawing/2014/main" id="{71A97410-DC18-5722-2D86-D65CC63CE537}"/>
              </a:ext>
            </a:extLst>
          </p:cNvPr>
          <p:cNvCxnSpPr>
            <a:cxnSpLocks/>
          </p:cNvCxnSpPr>
          <p:nvPr/>
        </p:nvCxnSpPr>
        <p:spPr>
          <a:xfrm>
            <a:off x="1884348" y="782469"/>
            <a:ext cx="9273746" cy="0"/>
          </a:xfrm>
          <a:prstGeom prst="line">
            <a:avLst/>
          </a:prstGeom>
        </p:spPr>
        <p:style>
          <a:lnRef idx="3">
            <a:schemeClr val="dk1"/>
          </a:lnRef>
          <a:fillRef idx="0">
            <a:schemeClr val="dk1"/>
          </a:fillRef>
          <a:effectRef idx="2">
            <a:schemeClr val="dk1"/>
          </a:effectRef>
          <a:fontRef idx="minor">
            <a:schemeClr val="tx1"/>
          </a:fontRef>
        </p:style>
      </p:cxnSp>
      <p:sp>
        <p:nvSpPr>
          <p:cNvPr id="17" name="文本框 16">
            <a:extLst>
              <a:ext uri="{FF2B5EF4-FFF2-40B4-BE49-F238E27FC236}">
                <a16:creationId xmlns:a16="http://schemas.microsoft.com/office/drawing/2014/main" id="{76C667F6-0D4A-2897-C9E9-55FC6830485F}"/>
              </a:ext>
            </a:extLst>
          </p:cNvPr>
          <p:cNvSpPr txBox="1"/>
          <p:nvPr/>
        </p:nvSpPr>
        <p:spPr>
          <a:xfrm>
            <a:off x="2413428" y="313382"/>
            <a:ext cx="8207828" cy="400110"/>
          </a:xfrm>
          <a:prstGeom prst="rect">
            <a:avLst/>
          </a:prstGeom>
          <a:noFill/>
        </p:spPr>
        <p:txBody>
          <a:bodyPr wrap="square" rtlCol="0">
            <a:spAutoFit/>
          </a:bodyPr>
          <a:lstStyle/>
          <a:p>
            <a:r>
              <a:rPr lang="en-US" altLang="zh-CN" sz="2000" b="1" dirty="0">
                <a:solidFill>
                  <a:schemeClr val="tx1">
                    <a:lumMod val="85000"/>
                    <a:lumOff val="15000"/>
                  </a:schemeClr>
                </a:solidFill>
                <a:latin typeface="Arial" panose="020B0604020202020204" pitchFamily="34" charset="0"/>
                <a:cs typeface="Arial" panose="020B0604020202020204" pitchFamily="34" charset="0"/>
              </a:rPr>
              <a:t>Restriction Digest of Rx Backbone by </a:t>
            </a:r>
            <a:r>
              <a:rPr lang="en-US" altLang="zh-CN" sz="2000" b="1" dirty="0" err="1">
                <a:solidFill>
                  <a:schemeClr val="tx1">
                    <a:lumMod val="85000"/>
                    <a:lumOff val="15000"/>
                  </a:schemeClr>
                </a:solidFill>
                <a:latin typeface="Arial" panose="020B0604020202020204" pitchFamily="34" charset="0"/>
                <a:cs typeface="Arial" panose="020B0604020202020204" pitchFamily="34" charset="0"/>
              </a:rPr>
              <a:t>BamHI</a:t>
            </a:r>
            <a:r>
              <a:rPr lang="en-US" altLang="zh-CN" sz="2000" b="1" dirty="0">
                <a:solidFill>
                  <a:schemeClr val="tx1">
                    <a:lumMod val="85000"/>
                    <a:lumOff val="15000"/>
                  </a:schemeClr>
                </a:solidFill>
                <a:latin typeface="Arial" panose="020B0604020202020204" pitchFamily="34" charset="0"/>
                <a:cs typeface="Arial" panose="020B0604020202020204" pitchFamily="34" charset="0"/>
              </a:rPr>
              <a:t> and </a:t>
            </a:r>
            <a:r>
              <a:rPr lang="en-US" altLang="zh-CN" sz="2000" b="1" dirty="0" err="1">
                <a:solidFill>
                  <a:schemeClr val="tx1">
                    <a:lumMod val="85000"/>
                    <a:lumOff val="15000"/>
                  </a:schemeClr>
                </a:solidFill>
                <a:latin typeface="Arial" panose="020B0604020202020204" pitchFamily="34" charset="0"/>
                <a:cs typeface="Arial" panose="020B0604020202020204" pitchFamily="34" charset="0"/>
              </a:rPr>
              <a:t>NdeI</a:t>
            </a:r>
            <a:r>
              <a:rPr lang="en-US" altLang="zh-CN" sz="2000" b="1" dirty="0">
                <a:solidFill>
                  <a:schemeClr val="tx1">
                    <a:lumMod val="85000"/>
                    <a:lumOff val="15000"/>
                  </a:schemeClr>
                </a:solidFill>
                <a:latin typeface="Arial" panose="020B0604020202020204" pitchFamily="34" charset="0"/>
                <a:cs typeface="Arial" panose="020B0604020202020204" pitchFamily="34" charset="0"/>
              </a:rPr>
              <a:t>; 12.06.2026</a:t>
            </a:r>
            <a:endParaRPr lang="zh-CN"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851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96AE4-383A-659F-AFEB-1D2A07EB2E56}"/>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C38EAB18-AD17-047C-2922-C287E4561C5D}"/>
              </a:ext>
            </a:extLst>
          </p:cNvPr>
          <p:cNvSpPr txBox="1"/>
          <p:nvPr/>
        </p:nvSpPr>
        <p:spPr>
          <a:xfrm>
            <a:off x="293372" y="229046"/>
            <a:ext cx="8602529"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Virtual Gel of Rx </a:t>
            </a:r>
            <a:r>
              <a:rPr lang="en-US" altLang="zh-CN" sz="2400" b="1" dirty="0" err="1">
                <a:latin typeface="Arial" panose="020B0604020202020204" pitchFamily="34" charset="0"/>
                <a:cs typeface="Arial" panose="020B0604020202020204" pitchFamily="34" charset="0"/>
              </a:rPr>
              <a:t>vLRR</a:t>
            </a:r>
            <a:r>
              <a:rPr lang="en-US" altLang="zh-CN" sz="2400" b="1" dirty="0">
                <a:latin typeface="Arial" panose="020B0604020202020204" pitchFamily="34" charset="0"/>
                <a:cs typeface="Arial" panose="020B0604020202020204" pitchFamily="34" charset="0"/>
              </a:rPr>
              <a:t> 52-63 Digested By </a:t>
            </a:r>
            <a:r>
              <a:rPr lang="en-US" altLang="zh-CN" sz="2400" b="1" dirty="0" err="1">
                <a:latin typeface="Arial" panose="020B0604020202020204" pitchFamily="34" charset="0"/>
                <a:cs typeface="Arial" panose="020B0604020202020204" pitchFamily="34" charset="0"/>
              </a:rPr>
              <a:t>BamHI</a:t>
            </a:r>
            <a:r>
              <a:rPr lang="en-US" altLang="zh-CN" sz="2400" b="1" dirty="0">
                <a:latin typeface="Arial" panose="020B0604020202020204" pitchFamily="34" charset="0"/>
                <a:cs typeface="Arial" panose="020B0604020202020204" pitchFamily="34" charset="0"/>
              </a:rPr>
              <a:t> and NdeI</a:t>
            </a:r>
            <a:endParaRPr lang="zh-CN" altLang="en-US" sz="2400" b="1" dirty="0">
              <a:latin typeface="Arial" panose="020B0604020202020204" pitchFamily="34" charset="0"/>
              <a:cs typeface="Arial" panose="020B0604020202020204" pitchFamily="34" charset="0"/>
            </a:endParaRPr>
          </a:p>
        </p:txBody>
      </p:sp>
      <p:grpSp>
        <p:nvGrpSpPr>
          <p:cNvPr id="13" name="组合 12">
            <a:extLst>
              <a:ext uri="{FF2B5EF4-FFF2-40B4-BE49-F238E27FC236}">
                <a16:creationId xmlns:a16="http://schemas.microsoft.com/office/drawing/2014/main" id="{51F7CD6E-429C-8281-1838-EF45135CE581}"/>
              </a:ext>
            </a:extLst>
          </p:cNvPr>
          <p:cNvGrpSpPr/>
          <p:nvPr/>
        </p:nvGrpSpPr>
        <p:grpSpPr>
          <a:xfrm>
            <a:off x="2201225" y="918582"/>
            <a:ext cx="9495797" cy="451734"/>
            <a:chOff x="965726" y="932151"/>
            <a:chExt cx="4859389" cy="213736"/>
          </a:xfrm>
        </p:grpSpPr>
        <p:sp>
          <p:nvSpPr>
            <p:cNvPr id="14" name="文本框 13">
              <a:extLst>
                <a:ext uri="{FF2B5EF4-FFF2-40B4-BE49-F238E27FC236}">
                  <a16:creationId xmlns:a16="http://schemas.microsoft.com/office/drawing/2014/main" id="{AD069F41-8CA6-825B-61A5-3534BD70A106}"/>
                </a:ext>
              </a:extLst>
            </p:cNvPr>
            <p:cNvSpPr txBox="1"/>
            <p:nvPr/>
          </p:nvSpPr>
          <p:spPr>
            <a:xfrm>
              <a:off x="965726" y="939072"/>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52</a:t>
              </a:r>
              <a:endParaRPr lang="zh-CN" altLang="en-US" sz="2200" b="1"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9483617F-70F2-33F7-5CAA-57F302E7A385}"/>
                </a:ext>
              </a:extLst>
            </p:cNvPr>
            <p:cNvSpPr txBox="1"/>
            <p:nvPr/>
          </p:nvSpPr>
          <p:spPr>
            <a:xfrm>
              <a:off x="1363532" y="936128"/>
              <a:ext cx="280701"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53</a:t>
              </a:r>
              <a:endParaRPr lang="zh-CN" altLang="en-US" sz="2200" b="1"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7CF4CAA2-9B19-0277-3024-549DC477587C}"/>
                </a:ext>
              </a:extLst>
            </p:cNvPr>
            <p:cNvSpPr txBox="1"/>
            <p:nvPr/>
          </p:nvSpPr>
          <p:spPr>
            <a:xfrm>
              <a:off x="1774926" y="942015"/>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54</a:t>
              </a:r>
              <a:endParaRPr lang="zh-CN" altLang="en-US" sz="2200" b="1"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D3BB8EB6-121F-345F-ABD2-7AB329360F7B}"/>
                </a:ext>
              </a:extLst>
            </p:cNvPr>
            <p:cNvSpPr txBox="1"/>
            <p:nvPr/>
          </p:nvSpPr>
          <p:spPr>
            <a:xfrm>
              <a:off x="2177478"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55</a:t>
              </a:r>
              <a:endParaRPr lang="zh-CN" altLang="en-US" sz="2200" b="1" dirty="0">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47EF974B-85D3-DD0A-00D1-7A59F4E04D59}"/>
                </a:ext>
              </a:extLst>
            </p:cNvPr>
            <p:cNvSpPr txBox="1"/>
            <p:nvPr/>
          </p:nvSpPr>
          <p:spPr>
            <a:xfrm>
              <a:off x="2594692"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56</a:t>
              </a:r>
              <a:endParaRPr lang="zh-CN" altLang="en-US" sz="2200" b="1" dirty="0">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3077FDC5-A442-06BE-4507-C5D2309982C9}"/>
                </a:ext>
              </a:extLst>
            </p:cNvPr>
            <p:cNvSpPr txBox="1"/>
            <p:nvPr/>
          </p:nvSpPr>
          <p:spPr>
            <a:xfrm>
              <a:off x="3011906"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57</a:t>
              </a:r>
              <a:endParaRPr lang="zh-CN" altLang="en-US" sz="2200" b="1" dirty="0">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9D058983-0274-24E6-0C5C-61DC351A5AE1}"/>
                </a:ext>
              </a:extLst>
            </p:cNvPr>
            <p:cNvSpPr txBox="1"/>
            <p:nvPr/>
          </p:nvSpPr>
          <p:spPr>
            <a:xfrm>
              <a:off x="3408442"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58</a:t>
              </a:r>
              <a:endParaRPr lang="zh-CN" altLang="en-US" sz="2200" b="1"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B26AACC3-7CC3-76B6-3982-F09E6DC3EEBF}"/>
                </a:ext>
              </a:extLst>
            </p:cNvPr>
            <p:cNvSpPr txBox="1"/>
            <p:nvPr/>
          </p:nvSpPr>
          <p:spPr>
            <a:xfrm>
              <a:off x="3815089"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59</a:t>
              </a:r>
              <a:endParaRPr lang="zh-CN" altLang="en-US" sz="2200" b="1" dirty="0">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1C8FE835-594B-BFE1-DEE8-8CE4D217BEF9}"/>
                </a:ext>
              </a:extLst>
            </p:cNvPr>
            <p:cNvSpPr txBox="1"/>
            <p:nvPr/>
          </p:nvSpPr>
          <p:spPr>
            <a:xfrm>
              <a:off x="4221736"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60</a:t>
              </a:r>
              <a:endParaRPr lang="zh-CN" altLang="en-US" sz="2200" b="1" dirty="0">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6C08DC8A-A5B9-3588-201D-45C18A631FA8}"/>
                </a:ext>
              </a:extLst>
            </p:cNvPr>
            <p:cNvSpPr txBox="1"/>
            <p:nvPr/>
          </p:nvSpPr>
          <p:spPr>
            <a:xfrm>
              <a:off x="4628383"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61</a:t>
              </a:r>
              <a:endParaRPr lang="zh-CN" altLang="en-US" sz="2200" b="1" dirty="0">
                <a:latin typeface="Arial" panose="020B0604020202020204" pitchFamily="34" charset="0"/>
                <a:cs typeface="Arial" panose="020B0604020202020204" pitchFamily="34" charset="0"/>
              </a:endParaRPr>
            </a:p>
          </p:txBody>
        </p:sp>
        <p:sp>
          <p:nvSpPr>
            <p:cNvPr id="26" name="文本框 25">
              <a:extLst>
                <a:ext uri="{FF2B5EF4-FFF2-40B4-BE49-F238E27FC236}">
                  <a16:creationId xmlns:a16="http://schemas.microsoft.com/office/drawing/2014/main" id="{590A3E77-EE24-9AAD-36BA-9090A86F3419}"/>
                </a:ext>
              </a:extLst>
            </p:cNvPr>
            <p:cNvSpPr txBox="1"/>
            <p:nvPr/>
          </p:nvSpPr>
          <p:spPr>
            <a:xfrm>
              <a:off x="5035030" y="942015"/>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62</a:t>
              </a:r>
              <a:endParaRPr lang="zh-CN" altLang="en-US" sz="2200" b="1" dirty="0">
                <a:latin typeface="Arial" panose="020B0604020202020204" pitchFamily="34" charset="0"/>
                <a:cs typeface="Arial" panose="020B0604020202020204" pitchFamily="34" charset="0"/>
              </a:endParaRPr>
            </a:p>
          </p:txBody>
        </p:sp>
        <p:sp>
          <p:nvSpPr>
            <p:cNvPr id="27" name="文本框 26">
              <a:extLst>
                <a:ext uri="{FF2B5EF4-FFF2-40B4-BE49-F238E27FC236}">
                  <a16:creationId xmlns:a16="http://schemas.microsoft.com/office/drawing/2014/main" id="{8F4CEB36-B0B3-C7C4-229A-AFA90BB75B90}"/>
                </a:ext>
              </a:extLst>
            </p:cNvPr>
            <p:cNvSpPr txBox="1"/>
            <p:nvPr/>
          </p:nvSpPr>
          <p:spPr>
            <a:xfrm>
              <a:off x="5441677"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63</a:t>
              </a:r>
              <a:endParaRPr lang="zh-CN" altLang="en-US" sz="2200" b="1" dirty="0">
                <a:latin typeface="Arial" panose="020B0604020202020204" pitchFamily="34" charset="0"/>
                <a:cs typeface="Arial" panose="020B0604020202020204" pitchFamily="34" charset="0"/>
              </a:endParaRPr>
            </a:p>
          </p:txBody>
        </p:sp>
      </p:grpSp>
      <p:pic>
        <p:nvPicPr>
          <p:cNvPr id="3" name="图片 2">
            <a:extLst>
              <a:ext uri="{FF2B5EF4-FFF2-40B4-BE49-F238E27FC236}">
                <a16:creationId xmlns:a16="http://schemas.microsoft.com/office/drawing/2014/main" id="{245B0862-AE09-39A6-24AB-453B331A4A45}"/>
              </a:ext>
            </a:extLst>
          </p:cNvPr>
          <p:cNvPicPr>
            <a:picLocks noChangeAspect="1"/>
          </p:cNvPicPr>
          <p:nvPr/>
        </p:nvPicPr>
        <p:blipFill>
          <a:blip r:embed="rId3">
            <a:extLst>
              <a:ext uri="{28A0092B-C50C-407E-A947-70E740481C1C}">
                <a14:useLocalDpi xmlns:a14="http://schemas.microsoft.com/office/drawing/2010/main" val="0"/>
              </a:ext>
            </a:extLst>
          </a:blip>
          <a:srcRect t="52099"/>
          <a:stretch>
            <a:fillRect/>
          </a:stretch>
        </p:blipFill>
        <p:spPr>
          <a:xfrm>
            <a:off x="685800" y="1443329"/>
            <a:ext cx="10950527" cy="4496089"/>
          </a:xfrm>
          <a:prstGeom prst="rect">
            <a:avLst/>
          </a:prstGeom>
        </p:spPr>
      </p:pic>
    </p:spTree>
    <p:extLst>
      <p:ext uri="{BB962C8B-B14F-4D97-AF65-F5344CB8AC3E}">
        <p14:creationId xmlns:p14="http://schemas.microsoft.com/office/powerpoint/2010/main" val="204667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a:extLst>
              <a:ext uri="{FF2B5EF4-FFF2-40B4-BE49-F238E27FC236}">
                <a16:creationId xmlns:a16="http://schemas.microsoft.com/office/drawing/2014/main" id="{059B9347-9DF3-74A6-4D4C-00AF17D73A9F}"/>
              </a:ext>
            </a:extLst>
          </p:cNvPr>
          <p:cNvGrpSpPr/>
          <p:nvPr/>
        </p:nvGrpSpPr>
        <p:grpSpPr>
          <a:xfrm>
            <a:off x="156460" y="1085850"/>
            <a:ext cx="11900073" cy="5281083"/>
            <a:chOff x="156460" y="1085850"/>
            <a:chExt cx="12035540" cy="5343525"/>
          </a:xfrm>
        </p:grpSpPr>
        <p:pic>
          <p:nvPicPr>
            <p:cNvPr id="5" name="图片 4">
              <a:extLst>
                <a:ext uri="{FF2B5EF4-FFF2-40B4-BE49-F238E27FC236}">
                  <a16:creationId xmlns:a16="http://schemas.microsoft.com/office/drawing/2014/main" id="{59D9CD79-42F9-9246-A7C2-69FCA6050617}"/>
                </a:ext>
              </a:extLst>
            </p:cNvPr>
            <p:cNvPicPr>
              <a:picLocks noChangeAspect="1"/>
            </p:cNvPicPr>
            <p:nvPr/>
          </p:nvPicPr>
          <p:blipFill>
            <a:blip r:embed="rId3">
              <a:extLst>
                <a:ext uri="{28A0092B-C50C-407E-A947-70E740481C1C}">
                  <a14:useLocalDpi xmlns:a14="http://schemas.microsoft.com/office/drawing/2010/main" val="0"/>
                </a:ext>
              </a:extLst>
            </a:blip>
            <a:srcRect l="20582" t="17372" r="13494" b="47691"/>
            <a:stretch>
              <a:fillRect/>
            </a:stretch>
          </p:blipFill>
          <p:spPr>
            <a:xfrm>
              <a:off x="964545" y="1085850"/>
              <a:ext cx="11056277" cy="4686299"/>
            </a:xfrm>
            <a:prstGeom prst="rect">
              <a:avLst/>
            </a:prstGeom>
          </p:spPr>
        </p:pic>
        <p:grpSp>
          <p:nvGrpSpPr>
            <p:cNvPr id="28" name="组合 27">
              <a:extLst>
                <a:ext uri="{FF2B5EF4-FFF2-40B4-BE49-F238E27FC236}">
                  <a16:creationId xmlns:a16="http://schemas.microsoft.com/office/drawing/2014/main" id="{7CF9A4B5-8F8D-5DCB-82AA-C2B921717947}"/>
                </a:ext>
              </a:extLst>
            </p:cNvPr>
            <p:cNvGrpSpPr/>
            <p:nvPr/>
          </p:nvGrpSpPr>
          <p:grpSpPr>
            <a:xfrm>
              <a:off x="1748258" y="1211053"/>
              <a:ext cx="10443742" cy="445514"/>
              <a:chOff x="965726" y="932151"/>
              <a:chExt cx="5281016" cy="210793"/>
            </a:xfrm>
          </p:grpSpPr>
          <p:sp>
            <p:nvSpPr>
              <p:cNvPr id="7" name="文本框 6">
                <a:extLst>
                  <a:ext uri="{FF2B5EF4-FFF2-40B4-BE49-F238E27FC236}">
                    <a16:creationId xmlns:a16="http://schemas.microsoft.com/office/drawing/2014/main" id="{3360DF08-E5DA-D8D5-821C-282597F9C235}"/>
                  </a:ext>
                </a:extLst>
              </p:cNvPr>
              <p:cNvSpPr txBox="1"/>
              <p:nvPr/>
            </p:nvSpPr>
            <p:spPr>
              <a:xfrm>
                <a:off x="965726" y="939072"/>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61</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FC9ACECD-CD7C-39C0-499C-AB8CBDDCBE24}"/>
                  </a:ext>
                </a:extLst>
              </p:cNvPr>
              <p:cNvSpPr txBox="1"/>
              <p:nvPr/>
            </p:nvSpPr>
            <p:spPr>
              <a:xfrm>
                <a:off x="1309790" y="939072"/>
                <a:ext cx="280701"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64</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B7DA0FFC-5DBA-354A-E656-BE653424943F}"/>
                  </a:ext>
                </a:extLst>
              </p:cNvPr>
              <p:cNvSpPr txBox="1"/>
              <p:nvPr/>
            </p:nvSpPr>
            <p:spPr>
              <a:xfrm>
                <a:off x="1659765" y="93907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65</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D62B061E-7EE3-4F36-F538-B468BC06FE6B}"/>
                  </a:ext>
                </a:extLst>
              </p:cNvPr>
              <p:cNvSpPr txBox="1"/>
              <p:nvPr/>
            </p:nvSpPr>
            <p:spPr>
              <a:xfrm>
                <a:off x="1998831" y="93907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66</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D8C6CADB-1A3D-4DC6-CC8E-3BC599833BD9}"/>
                  </a:ext>
                </a:extLst>
              </p:cNvPr>
              <p:cNvSpPr txBox="1"/>
              <p:nvPr/>
            </p:nvSpPr>
            <p:spPr>
              <a:xfrm>
                <a:off x="2352641" y="936128"/>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67</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9BB74C37-BEAD-20BC-A979-B8C6901D21DC}"/>
                  </a:ext>
                </a:extLst>
              </p:cNvPr>
              <p:cNvSpPr txBox="1"/>
              <p:nvPr/>
            </p:nvSpPr>
            <p:spPr>
              <a:xfrm>
                <a:off x="2691707" y="93215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68</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C486C8B8-84C8-6E51-EDFB-387BE738DBF1}"/>
                  </a:ext>
                </a:extLst>
              </p:cNvPr>
              <p:cNvSpPr txBox="1"/>
              <p:nvPr/>
            </p:nvSpPr>
            <p:spPr>
              <a:xfrm>
                <a:off x="3030774" y="93215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69</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CCB975FA-F7CE-C1FB-E4DD-2A1439787FEA}"/>
                  </a:ext>
                </a:extLst>
              </p:cNvPr>
              <p:cNvSpPr txBox="1"/>
              <p:nvPr/>
            </p:nvSpPr>
            <p:spPr>
              <a:xfrm>
                <a:off x="3381099" y="93215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70</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7E0D7A17-8735-3CD8-FA93-549DAF29D756}"/>
                  </a:ext>
                </a:extLst>
              </p:cNvPr>
              <p:cNvSpPr txBox="1"/>
              <p:nvPr/>
            </p:nvSpPr>
            <p:spPr>
              <a:xfrm>
                <a:off x="3732917" y="936128"/>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71</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61FD0FC2-C106-0EA9-8C0E-0BF0E25893CB}"/>
                  </a:ext>
                </a:extLst>
              </p:cNvPr>
              <p:cNvSpPr txBox="1"/>
              <p:nvPr/>
            </p:nvSpPr>
            <p:spPr>
              <a:xfrm>
                <a:off x="4070491" y="936128"/>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72</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C0E718FC-76E0-0807-A6C2-7EE871BB147B}"/>
                  </a:ext>
                </a:extLst>
              </p:cNvPr>
              <p:cNvSpPr txBox="1"/>
              <p:nvPr/>
            </p:nvSpPr>
            <p:spPr>
              <a:xfrm>
                <a:off x="4409361" y="93907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73</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54230CB3-87FB-78F8-EBEA-70BC32BA8157}"/>
                  </a:ext>
                </a:extLst>
              </p:cNvPr>
              <p:cNvSpPr txBox="1"/>
              <p:nvPr/>
            </p:nvSpPr>
            <p:spPr>
              <a:xfrm>
                <a:off x="4761375" y="93215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74</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08156C3E-BAF0-1490-8834-F1426549650B}"/>
                  </a:ext>
                </a:extLst>
              </p:cNvPr>
              <p:cNvSpPr txBox="1"/>
              <p:nvPr/>
            </p:nvSpPr>
            <p:spPr>
              <a:xfrm>
                <a:off x="5102237" y="93907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75</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3" name="文本框 22">
                <a:extLst>
                  <a:ext uri="{FF2B5EF4-FFF2-40B4-BE49-F238E27FC236}">
                    <a16:creationId xmlns:a16="http://schemas.microsoft.com/office/drawing/2014/main" id="{BA768E27-33C3-E88D-CEF1-E4B5E92DCB49}"/>
                  </a:ext>
                </a:extLst>
              </p:cNvPr>
              <p:cNvSpPr txBox="1"/>
              <p:nvPr/>
            </p:nvSpPr>
            <p:spPr>
              <a:xfrm>
                <a:off x="5452563" y="939071"/>
                <a:ext cx="383438"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76</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F2CA997D-807A-D0F1-D641-32204367C3D0}"/>
                  </a:ext>
                </a:extLst>
              </p:cNvPr>
              <p:cNvSpPr txBox="1"/>
              <p:nvPr/>
            </p:nvSpPr>
            <p:spPr>
              <a:xfrm>
                <a:off x="5751670" y="939071"/>
                <a:ext cx="495072" cy="203872"/>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187</a:t>
                </a:r>
                <a:endParaRPr lang="zh-CN" altLang="en-US" sz="2200" b="1" dirty="0">
                  <a:solidFill>
                    <a:schemeClr val="bg1"/>
                  </a:solidFill>
                  <a:latin typeface="Arial" panose="020B0604020202020204" pitchFamily="34" charset="0"/>
                  <a:cs typeface="Arial" panose="020B0604020202020204" pitchFamily="34" charset="0"/>
                </a:endParaRPr>
              </a:p>
            </p:txBody>
          </p:sp>
        </p:grpSp>
        <p:pic>
          <p:nvPicPr>
            <p:cNvPr id="35" name="图片 34">
              <a:extLst>
                <a:ext uri="{FF2B5EF4-FFF2-40B4-BE49-F238E27FC236}">
                  <a16:creationId xmlns:a16="http://schemas.microsoft.com/office/drawing/2014/main" id="{2FCC0039-20EB-8F96-A7EC-EE72D56A3C5C}"/>
                </a:ext>
              </a:extLst>
            </p:cNvPr>
            <p:cNvPicPr>
              <a:picLocks noChangeAspect="1"/>
            </p:cNvPicPr>
            <p:nvPr/>
          </p:nvPicPr>
          <p:blipFill>
            <a:blip r:embed="rId4">
              <a:extLst>
                <a:ext uri="{28A0092B-C50C-407E-A947-70E740481C1C}">
                  <a14:useLocalDpi xmlns:a14="http://schemas.microsoft.com/office/drawing/2010/main" val="0"/>
                </a:ext>
              </a:extLst>
            </a:blip>
            <a:srcRect l="29776"/>
            <a:stretch>
              <a:fillRect/>
            </a:stretch>
          </p:blipFill>
          <p:spPr>
            <a:xfrm>
              <a:off x="156460" y="2075138"/>
              <a:ext cx="782607" cy="3013190"/>
            </a:xfrm>
            <a:prstGeom prst="rect">
              <a:avLst/>
            </a:prstGeom>
          </p:spPr>
        </p:pic>
        <p:pic>
          <p:nvPicPr>
            <p:cNvPr id="41" name="图片 40">
              <a:extLst>
                <a:ext uri="{FF2B5EF4-FFF2-40B4-BE49-F238E27FC236}">
                  <a16:creationId xmlns:a16="http://schemas.microsoft.com/office/drawing/2014/main" id="{8C0DDA0C-FA1E-A69A-4B20-AF6AA0E6C4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8679" y="5772149"/>
              <a:ext cx="657226" cy="657226"/>
            </a:xfrm>
            <a:prstGeom prst="rect">
              <a:avLst/>
            </a:prstGeom>
          </p:spPr>
        </p:pic>
        <p:pic>
          <p:nvPicPr>
            <p:cNvPr id="44" name="图片 43">
              <a:extLst>
                <a:ext uri="{FF2B5EF4-FFF2-40B4-BE49-F238E27FC236}">
                  <a16:creationId xmlns:a16="http://schemas.microsoft.com/office/drawing/2014/main" id="{A75DA232-41EC-66BE-2EB4-8FDB2CA645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05144" y="5772149"/>
              <a:ext cx="657226" cy="657226"/>
            </a:xfrm>
            <a:prstGeom prst="rect">
              <a:avLst/>
            </a:prstGeom>
          </p:spPr>
        </p:pic>
        <p:pic>
          <p:nvPicPr>
            <p:cNvPr id="45" name="图片 44">
              <a:extLst>
                <a:ext uri="{FF2B5EF4-FFF2-40B4-BE49-F238E27FC236}">
                  <a16:creationId xmlns:a16="http://schemas.microsoft.com/office/drawing/2014/main" id="{5BC6904A-B98B-29BB-93D6-55E6B182F4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81609" y="5772149"/>
              <a:ext cx="657226" cy="657226"/>
            </a:xfrm>
            <a:prstGeom prst="rect">
              <a:avLst/>
            </a:prstGeom>
          </p:spPr>
        </p:pic>
        <p:pic>
          <p:nvPicPr>
            <p:cNvPr id="46" name="图片 45">
              <a:extLst>
                <a:ext uri="{FF2B5EF4-FFF2-40B4-BE49-F238E27FC236}">
                  <a16:creationId xmlns:a16="http://schemas.microsoft.com/office/drawing/2014/main" id="{98551451-A2D1-9513-D58F-B629488D44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0357" y="5772149"/>
              <a:ext cx="657226" cy="657226"/>
            </a:xfrm>
            <a:prstGeom prst="rect">
              <a:avLst/>
            </a:prstGeom>
          </p:spPr>
        </p:pic>
        <p:pic>
          <p:nvPicPr>
            <p:cNvPr id="49" name="图片 48">
              <a:extLst>
                <a:ext uri="{FF2B5EF4-FFF2-40B4-BE49-F238E27FC236}">
                  <a16:creationId xmlns:a16="http://schemas.microsoft.com/office/drawing/2014/main" id="{66AF8A3A-BB7E-8DC1-6CA2-66A3E5F3FD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4203" y="5772149"/>
              <a:ext cx="657226" cy="657226"/>
            </a:xfrm>
            <a:prstGeom prst="rect">
              <a:avLst/>
            </a:prstGeom>
          </p:spPr>
        </p:pic>
        <p:pic>
          <p:nvPicPr>
            <p:cNvPr id="50" name="图片 49">
              <a:extLst>
                <a:ext uri="{FF2B5EF4-FFF2-40B4-BE49-F238E27FC236}">
                  <a16:creationId xmlns:a16="http://schemas.microsoft.com/office/drawing/2014/main" id="{5206CC81-646B-165D-20AF-56C5534F8D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2099" y="5772149"/>
              <a:ext cx="657226" cy="657226"/>
            </a:xfrm>
            <a:prstGeom prst="rect">
              <a:avLst/>
            </a:prstGeom>
          </p:spPr>
        </p:pic>
        <p:pic>
          <p:nvPicPr>
            <p:cNvPr id="51" name="图片 50">
              <a:extLst>
                <a:ext uri="{FF2B5EF4-FFF2-40B4-BE49-F238E27FC236}">
                  <a16:creationId xmlns:a16="http://schemas.microsoft.com/office/drawing/2014/main" id="{E400A3D1-3AFB-711F-B694-5BF0FDD152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2671" y="5772149"/>
              <a:ext cx="657226" cy="657226"/>
            </a:xfrm>
            <a:prstGeom prst="rect">
              <a:avLst/>
            </a:prstGeom>
          </p:spPr>
        </p:pic>
        <p:pic>
          <p:nvPicPr>
            <p:cNvPr id="52" name="图片 51">
              <a:extLst>
                <a:ext uri="{FF2B5EF4-FFF2-40B4-BE49-F238E27FC236}">
                  <a16:creationId xmlns:a16="http://schemas.microsoft.com/office/drawing/2014/main" id="{4A6F47B0-679B-32F6-2029-7A0E6D8B41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59897" y="5772149"/>
              <a:ext cx="657226" cy="657226"/>
            </a:xfrm>
            <a:prstGeom prst="rect">
              <a:avLst/>
            </a:prstGeom>
          </p:spPr>
        </p:pic>
        <p:pic>
          <p:nvPicPr>
            <p:cNvPr id="53" name="图片 52">
              <a:extLst>
                <a:ext uri="{FF2B5EF4-FFF2-40B4-BE49-F238E27FC236}">
                  <a16:creationId xmlns:a16="http://schemas.microsoft.com/office/drawing/2014/main" id="{BF3E0BC4-A2A8-6802-5B1F-2D1B1921CE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8244" y="5772149"/>
              <a:ext cx="657226" cy="657226"/>
            </a:xfrm>
            <a:prstGeom prst="rect">
              <a:avLst/>
            </a:prstGeom>
          </p:spPr>
        </p:pic>
        <p:pic>
          <p:nvPicPr>
            <p:cNvPr id="54" name="图片 53">
              <a:extLst>
                <a:ext uri="{FF2B5EF4-FFF2-40B4-BE49-F238E27FC236}">
                  <a16:creationId xmlns:a16="http://schemas.microsoft.com/office/drawing/2014/main" id="{25B8CE37-420B-0692-2F6D-FD644F142B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45470" y="5772149"/>
              <a:ext cx="657226" cy="657226"/>
            </a:xfrm>
            <a:prstGeom prst="rect">
              <a:avLst/>
            </a:prstGeom>
          </p:spPr>
        </p:pic>
        <p:pic>
          <p:nvPicPr>
            <p:cNvPr id="56" name="图片 55">
              <a:extLst>
                <a:ext uri="{FF2B5EF4-FFF2-40B4-BE49-F238E27FC236}">
                  <a16:creationId xmlns:a16="http://schemas.microsoft.com/office/drawing/2014/main" id="{4365B983-C57C-3F27-827A-6E308D72ED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71771" y="5807868"/>
              <a:ext cx="585787" cy="585787"/>
            </a:xfrm>
            <a:prstGeom prst="rect">
              <a:avLst/>
            </a:prstGeom>
          </p:spPr>
        </p:pic>
        <p:pic>
          <p:nvPicPr>
            <p:cNvPr id="57" name="图片 56">
              <a:extLst>
                <a:ext uri="{FF2B5EF4-FFF2-40B4-BE49-F238E27FC236}">
                  <a16:creationId xmlns:a16="http://schemas.microsoft.com/office/drawing/2014/main" id="{AE8E96F4-797F-A294-0D01-1CF1DCAC63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32312" y="5843588"/>
              <a:ext cx="585787" cy="585787"/>
            </a:xfrm>
            <a:prstGeom prst="rect">
              <a:avLst/>
            </a:prstGeom>
          </p:spPr>
        </p:pic>
        <p:pic>
          <p:nvPicPr>
            <p:cNvPr id="59" name="图片 58">
              <a:extLst>
                <a:ext uri="{FF2B5EF4-FFF2-40B4-BE49-F238E27FC236}">
                  <a16:creationId xmlns:a16="http://schemas.microsoft.com/office/drawing/2014/main" id="{D40D9252-A1FA-87EE-DBE5-09064F1A28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28626" y="5843588"/>
              <a:ext cx="585787" cy="585787"/>
            </a:xfrm>
            <a:prstGeom prst="rect">
              <a:avLst/>
            </a:prstGeom>
          </p:spPr>
        </p:pic>
        <p:pic>
          <p:nvPicPr>
            <p:cNvPr id="60" name="图片 59">
              <a:extLst>
                <a:ext uri="{FF2B5EF4-FFF2-40B4-BE49-F238E27FC236}">
                  <a16:creationId xmlns:a16="http://schemas.microsoft.com/office/drawing/2014/main" id="{93281B42-2B05-B75A-A298-691F239BEC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11578" y="5843587"/>
              <a:ext cx="585787" cy="585787"/>
            </a:xfrm>
            <a:prstGeom prst="rect">
              <a:avLst/>
            </a:prstGeom>
          </p:spPr>
        </p:pic>
        <p:pic>
          <p:nvPicPr>
            <p:cNvPr id="61" name="图片 60">
              <a:extLst>
                <a:ext uri="{FF2B5EF4-FFF2-40B4-BE49-F238E27FC236}">
                  <a16:creationId xmlns:a16="http://schemas.microsoft.com/office/drawing/2014/main" id="{0F9E66ED-13E6-EB53-4EEF-7F6D4C862E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07892" y="5843586"/>
              <a:ext cx="585787" cy="585787"/>
            </a:xfrm>
            <a:prstGeom prst="rect">
              <a:avLst/>
            </a:prstGeom>
          </p:spPr>
        </p:pic>
      </p:grpSp>
      <p:cxnSp>
        <p:nvCxnSpPr>
          <p:cNvPr id="2" name="直接连接符 1">
            <a:extLst>
              <a:ext uri="{FF2B5EF4-FFF2-40B4-BE49-F238E27FC236}">
                <a16:creationId xmlns:a16="http://schemas.microsoft.com/office/drawing/2014/main" id="{8AE4F9F3-594A-51BE-0B0F-DD74F62A08DC}"/>
              </a:ext>
            </a:extLst>
          </p:cNvPr>
          <p:cNvCxnSpPr>
            <a:cxnSpLocks/>
          </p:cNvCxnSpPr>
          <p:nvPr/>
        </p:nvCxnSpPr>
        <p:spPr>
          <a:xfrm>
            <a:off x="2165278" y="820449"/>
            <a:ext cx="9273746" cy="0"/>
          </a:xfrm>
          <a:prstGeom prst="line">
            <a:avLst/>
          </a:prstGeom>
        </p:spPr>
        <p:style>
          <a:lnRef idx="3">
            <a:schemeClr val="dk1"/>
          </a:lnRef>
          <a:fillRef idx="0">
            <a:schemeClr val="dk1"/>
          </a:fillRef>
          <a:effectRef idx="2">
            <a:schemeClr val="dk1"/>
          </a:effectRef>
          <a:fontRef idx="minor">
            <a:schemeClr val="tx1"/>
          </a:fontRef>
        </p:style>
      </p:cxnSp>
      <p:sp>
        <p:nvSpPr>
          <p:cNvPr id="13" name="文本框 12">
            <a:extLst>
              <a:ext uri="{FF2B5EF4-FFF2-40B4-BE49-F238E27FC236}">
                <a16:creationId xmlns:a16="http://schemas.microsoft.com/office/drawing/2014/main" id="{1B5D83F2-51A7-B922-23F7-8B35EFFDCCB7}"/>
              </a:ext>
            </a:extLst>
          </p:cNvPr>
          <p:cNvSpPr txBox="1"/>
          <p:nvPr/>
        </p:nvSpPr>
        <p:spPr>
          <a:xfrm>
            <a:off x="2414054" y="358469"/>
            <a:ext cx="8207828" cy="400110"/>
          </a:xfrm>
          <a:prstGeom prst="rect">
            <a:avLst/>
          </a:prstGeom>
          <a:noFill/>
        </p:spPr>
        <p:txBody>
          <a:bodyPr wrap="square" rtlCol="0">
            <a:spAutoFit/>
          </a:bodyPr>
          <a:lstStyle/>
          <a:p>
            <a:r>
              <a:rPr lang="en-US" altLang="zh-CN" sz="2000" b="1" dirty="0">
                <a:solidFill>
                  <a:schemeClr val="tx1">
                    <a:lumMod val="85000"/>
                    <a:lumOff val="15000"/>
                  </a:schemeClr>
                </a:solidFill>
                <a:latin typeface="Arial" panose="020B0604020202020204" pitchFamily="34" charset="0"/>
                <a:cs typeface="Arial" panose="020B0604020202020204" pitchFamily="34" charset="0"/>
              </a:rPr>
              <a:t>Restriction Digest of Rx Backbone by </a:t>
            </a:r>
            <a:r>
              <a:rPr lang="en-US" altLang="zh-CN" sz="2000" b="1" dirty="0" err="1">
                <a:solidFill>
                  <a:schemeClr val="tx1">
                    <a:lumMod val="85000"/>
                    <a:lumOff val="15000"/>
                  </a:schemeClr>
                </a:solidFill>
                <a:latin typeface="Arial" panose="020B0604020202020204" pitchFamily="34" charset="0"/>
                <a:cs typeface="Arial" panose="020B0604020202020204" pitchFamily="34" charset="0"/>
              </a:rPr>
              <a:t>BamHI</a:t>
            </a:r>
            <a:r>
              <a:rPr lang="en-US" altLang="zh-CN" sz="2000" b="1" dirty="0">
                <a:solidFill>
                  <a:schemeClr val="tx1">
                    <a:lumMod val="85000"/>
                    <a:lumOff val="15000"/>
                  </a:schemeClr>
                </a:solidFill>
                <a:latin typeface="Arial" panose="020B0604020202020204" pitchFamily="34" charset="0"/>
                <a:cs typeface="Arial" panose="020B0604020202020204" pitchFamily="34" charset="0"/>
              </a:rPr>
              <a:t> and </a:t>
            </a:r>
            <a:r>
              <a:rPr lang="en-US" altLang="zh-CN" sz="2000" b="1" dirty="0" err="1">
                <a:solidFill>
                  <a:schemeClr val="tx1">
                    <a:lumMod val="85000"/>
                    <a:lumOff val="15000"/>
                  </a:schemeClr>
                </a:solidFill>
                <a:latin typeface="Arial" panose="020B0604020202020204" pitchFamily="34" charset="0"/>
                <a:cs typeface="Arial" panose="020B0604020202020204" pitchFamily="34" charset="0"/>
              </a:rPr>
              <a:t>NdeI</a:t>
            </a:r>
            <a:r>
              <a:rPr lang="en-US" altLang="zh-CN" sz="2000" b="1" dirty="0">
                <a:solidFill>
                  <a:schemeClr val="tx1">
                    <a:lumMod val="85000"/>
                    <a:lumOff val="15000"/>
                  </a:schemeClr>
                </a:solidFill>
                <a:latin typeface="Arial" panose="020B0604020202020204" pitchFamily="34" charset="0"/>
                <a:cs typeface="Arial" panose="020B0604020202020204" pitchFamily="34" charset="0"/>
              </a:rPr>
              <a:t>; 11.06.2026</a:t>
            </a:r>
            <a:endParaRPr lang="zh-CN"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898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F3070B09-4F99-C048-E39F-B55700E5E383}"/>
              </a:ext>
            </a:extLst>
          </p:cNvPr>
          <p:cNvPicPr>
            <a:picLocks noChangeAspect="1"/>
          </p:cNvPicPr>
          <p:nvPr/>
        </p:nvPicPr>
        <p:blipFill>
          <a:blip r:embed="rId3">
            <a:extLst>
              <a:ext uri="{28A0092B-C50C-407E-A947-70E740481C1C}">
                <a14:useLocalDpi xmlns:a14="http://schemas.microsoft.com/office/drawing/2010/main" val="0"/>
              </a:ext>
            </a:extLst>
          </a:blip>
          <a:srcRect t="34815"/>
          <a:stretch>
            <a:fillRect/>
          </a:stretch>
        </p:blipFill>
        <p:spPr>
          <a:xfrm>
            <a:off x="361949" y="1244597"/>
            <a:ext cx="11468101" cy="5215467"/>
          </a:xfrm>
          <a:prstGeom prst="rect">
            <a:avLst/>
          </a:prstGeom>
        </p:spPr>
      </p:pic>
      <p:sp>
        <p:nvSpPr>
          <p:cNvPr id="12" name="文本框 11">
            <a:extLst>
              <a:ext uri="{FF2B5EF4-FFF2-40B4-BE49-F238E27FC236}">
                <a16:creationId xmlns:a16="http://schemas.microsoft.com/office/drawing/2014/main" id="{7B4E18F3-246C-3C6B-0385-A1D76FE746B4}"/>
              </a:ext>
            </a:extLst>
          </p:cNvPr>
          <p:cNvSpPr txBox="1"/>
          <p:nvPr/>
        </p:nvSpPr>
        <p:spPr>
          <a:xfrm>
            <a:off x="293372" y="229046"/>
            <a:ext cx="9934361"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Virtual Gel of Rx </a:t>
            </a:r>
            <a:r>
              <a:rPr lang="en-US" altLang="zh-CN" sz="2400" b="1" dirty="0" err="1">
                <a:latin typeface="Arial" panose="020B0604020202020204" pitchFamily="34" charset="0"/>
                <a:cs typeface="Arial" panose="020B0604020202020204" pitchFamily="34" charset="0"/>
              </a:rPr>
              <a:t>vLRR</a:t>
            </a:r>
            <a:r>
              <a:rPr lang="en-US" altLang="zh-CN" sz="2400" b="1" dirty="0">
                <a:latin typeface="Arial" panose="020B0604020202020204" pitchFamily="34" charset="0"/>
                <a:cs typeface="Arial" panose="020B0604020202020204" pitchFamily="34" charset="0"/>
              </a:rPr>
              <a:t> 61, 64-76, 187 Digested By </a:t>
            </a:r>
            <a:r>
              <a:rPr lang="en-US" altLang="zh-CN" sz="2400" b="1" dirty="0" err="1">
                <a:latin typeface="Arial" panose="020B0604020202020204" pitchFamily="34" charset="0"/>
                <a:cs typeface="Arial" panose="020B0604020202020204" pitchFamily="34" charset="0"/>
              </a:rPr>
              <a:t>BamHI</a:t>
            </a:r>
            <a:r>
              <a:rPr lang="en-US" altLang="zh-CN" sz="2400" b="1" dirty="0">
                <a:latin typeface="Arial" panose="020B0604020202020204" pitchFamily="34" charset="0"/>
                <a:cs typeface="Arial" panose="020B0604020202020204" pitchFamily="34" charset="0"/>
              </a:rPr>
              <a:t> and NdeI</a:t>
            </a:r>
            <a:endParaRPr lang="zh-CN" altLang="en-US" sz="2400" b="1" dirty="0">
              <a:latin typeface="Arial" panose="020B0604020202020204" pitchFamily="34" charset="0"/>
              <a:cs typeface="Arial" panose="020B0604020202020204" pitchFamily="34" charset="0"/>
            </a:endParaRPr>
          </a:p>
        </p:txBody>
      </p:sp>
      <p:grpSp>
        <p:nvGrpSpPr>
          <p:cNvPr id="13" name="组合 12">
            <a:extLst>
              <a:ext uri="{FF2B5EF4-FFF2-40B4-BE49-F238E27FC236}">
                <a16:creationId xmlns:a16="http://schemas.microsoft.com/office/drawing/2014/main" id="{18147B0C-7174-DE2B-69CF-AAB583083694}"/>
              </a:ext>
            </a:extLst>
          </p:cNvPr>
          <p:cNvGrpSpPr/>
          <p:nvPr/>
        </p:nvGrpSpPr>
        <p:grpSpPr>
          <a:xfrm>
            <a:off x="1578925" y="851577"/>
            <a:ext cx="10319703" cy="445514"/>
            <a:chOff x="965726" y="932151"/>
            <a:chExt cx="5281016" cy="210793"/>
          </a:xfrm>
        </p:grpSpPr>
        <p:sp>
          <p:nvSpPr>
            <p:cNvPr id="14" name="文本框 13">
              <a:extLst>
                <a:ext uri="{FF2B5EF4-FFF2-40B4-BE49-F238E27FC236}">
                  <a16:creationId xmlns:a16="http://schemas.microsoft.com/office/drawing/2014/main" id="{E01DD1AA-5F13-3828-5424-97C6E3CDFE55}"/>
                </a:ext>
              </a:extLst>
            </p:cNvPr>
            <p:cNvSpPr txBox="1"/>
            <p:nvPr/>
          </p:nvSpPr>
          <p:spPr>
            <a:xfrm>
              <a:off x="965726" y="939072"/>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61</a:t>
              </a:r>
              <a:endParaRPr lang="zh-CN" altLang="en-US" sz="2200" b="1"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D783C30C-594F-3EC0-33A2-666547CDA5BB}"/>
                </a:ext>
              </a:extLst>
            </p:cNvPr>
            <p:cNvSpPr txBox="1"/>
            <p:nvPr/>
          </p:nvSpPr>
          <p:spPr>
            <a:xfrm>
              <a:off x="1309790" y="939072"/>
              <a:ext cx="280701"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64</a:t>
              </a:r>
              <a:endParaRPr lang="zh-CN" altLang="en-US" sz="2200" b="1"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33463799-E3DC-C352-43C9-3A567B1AFE60}"/>
                </a:ext>
              </a:extLst>
            </p:cNvPr>
            <p:cNvSpPr txBox="1"/>
            <p:nvPr/>
          </p:nvSpPr>
          <p:spPr>
            <a:xfrm>
              <a:off x="1659765" y="93907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65</a:t>
              </a:r>
              <a:endParaRPr lang="zh-CN" altLang="en-US" sz="2200" b="1"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E4E1D220-90B9-29E7-3CEC-565B4556F01A}"/>
                </a:ext>
              </a:extLst>
            </p:cNvPr>
            <p:cNvSpPr txBox="1"/>
            <p:nvPr/>
          </p:nvSpPr>
          <p:spPr>
            <a:xfrm>
              <a:off x="1998831" y="93907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66</a:t>
              </a:r>
              <a:endParaRPr lang="zh-CN" altLang="en-US" sz="2200" b="1" dirty="0">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80E55A53-C4BC-80F5-18F7-130EE20F7819}"/>
                </a:ext>
              </a:extLst>
            </p:cNvPr>
            <p:cNvSpPr txBox="1"/>
            <p:nvPr/>
          </p:nvSpPr>
          <p:spPr>
            <a:xfrm>
              <a:off x="2352641"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67</a:t>
              </a:r>
              <a:endParaRPr lang="zh-CN" altLang="en-US" sz="2200" b="1" dirty="0">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D48AFDD3-804D-321E-8DDB-5E8F93F02C48}"/>
                </a:ext>
              </a:extLst>
            </p:cNvPr>
            <p:cNvSpPr txBox="1"/>
            <p:nvPr/>
          </p:nvSpPr>
          <p:spPr>
            <a:xfrm>
              <a:off x="2691707"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68</a:t>
              </a:r>
              <a:endParaRPr lang="zh-CN" altLang="en-US" sz="2200" b="1" dirty="0">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6BE0E551-F2A3-64E4-0B0B-6AAA543072CD}"/>
                </a:ext>
              </a:extLst>
            </p:cNvPr>
            <p:cNvSpPr txBox="1"/>
            <p:nvPr/>
          </p:nvSpPr>
          <p:spPr>
            <a:xfrm>
              <a:off x="3030774"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69</a:t>
              </a:r>
              <a:endParaRPr lang="zh-CN" altLang="en-US" sz="2200" b="1" dirty="0">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BE369BBC-67F3-1D07-128D-FFCA28B87250}"/>
                </a:ext>
              </a:extLst>
            </p:cNvPr>
            <p:cNvSpPr txBox="1"/>
            <p:nvPr/>
          </p:nvSpPr>
          <p:spPr>
            <a:xfrm>
              <a:off x="3381099"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70</a:t>
              </a:r>
              <a:endParaRPr lang="zh-CN" altLang="en-US" sz="2200" b="1"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D71A1FC7-635B-15F0-DA23-E3F1DE7E3250}"/>
                </a:ext>
              </a:extLst>
            </p:cNvPr>
            <p:cNvSpPr txBox="1"/>
            <p:nvPr/>
          </p:nvSpPr>
          <p:spPr>
            <a:xfrm>
              <a:off x="3732917"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71</a:t>
              </a:r>
              <a:endParaRPr lang="zh-CN" altLang="en-US" sz="2200" b="1" dirty="0">
                <a:latin typeface="Arial" panose="020B0604020202020204" pitchFamily="34" charset="0"/>
                <a:cs typeface="Arial" panose="020B0604020202020204" pitchFamily="34" charset="0"/>
              </a:endParaRPr>
            </a:p>
          </p:txBody>
        </p:sp>
        <p:sp>
          <p:nvSpPr>
            <p:cNvPr id="23" name="文本框 22">
              <a:extLst>
                <a:ext uri="{FF2B5EF4-FFF2-40B4-BE49-F238E27FC236}">
                  <a16:creationId xmlns:a16="http://schemas.microsoft.com/office/drawing/2014/main" id="{18C3AB41-5F77-9935-83F5-242A4380A2D4}"/>
                </a:ext>
              </a:extLst>
            </p:cNvPr>
            <p:cNvSpPr txBox="1"/>
            <p:nvPr/>
          </p:nvSpPr>
          <p:spPr>
            <a:xfrm>
              <a:off x="4070491"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72</a:t>
              </a:r>
              <a:endParaRPr lang="zh-CN" altLang="en-US" sz="2200" b="1" dirty="0">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E05D03DA-8765-604F-3885-ED40B2396393}"/>
                </a:ext>
              </a:extLst>
            </p:cNvPr>
            <p:cNvSpPr txBox="1"/>
            <p:nvPr/>
          </p:nvSpPr>
          <p:spPr>
            <a:xfrm>
              <a:off x="4409361" y="93907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73</a:t>
              </a:r>
              <a:endParaRPr lang="zh-CN" altLang="en-US" sz="2200" b="1" dirty="0">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27B34A23-44C6-A77F-4970-E5E95650F5FF}"/>
                </a:ext>
              </a:extLst>
            </p:cNvPr>
            <p:cNvSpPr txBox="1"/>
            <p:nvPr/>
          </p:nvSpPr>
          <p:spPr>
            <a:xfrm>
              <a:off x="4761375"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74</a:t>
              </a:r>
              <a:endParaRPr lang="zh-CN" altLang="en-US" sz="2200" b="1" dirty="0">
                <a:latin typeface="Arial" panose="020B0604020202020204" pitchFamily="34" charset="0"/>
                <a:cs typeface="Arial" panose="020B0604020202020204" pitchFamily="34" charset="0"/>
              </a:endParaRPr>
            </a:p>
          </p:txBody>
        </p:sp>
        <p:sp>
          <p:nvSpPr>
            <p:cNvPr id="26" name="文本框 25">
              <a:extLst>
                <a:ext uri="{FF2B5EF4-FFF2-40B4-BE49-F238E27FC236}">
                  <a16:creationId xmlns:a16="http://schemas.microsoft.com/office/drawing/2014/main" id="{268F2F2C-A095-CCD0-4CA6-D5DD8D2C0D8F}"/>
                </a:ext>
              </a:extLst>
            </p:cNvPr>
            <p:cNvSpPr txBox="1"/>
            <p:nvPr/>
          </p:nvSpPr>
          <p:spPr>
            <a:xfrm>
              <a:off x="5102237" y="93907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75</a:t>
              </a:r>
              <a:endParaRPr lang="zh-CN" altLang="en-US" sz="2200" b="1" dirty="0">
                <a:latin typeface="Arial" panose="020B0604020202020204" pitchFamily="34" charset="0"/>
                <a:cs typeface="Arial" panose="020B0604020202020204" pitchFamily="34" charset="0"/>
              </a:endParaRPr>
            </a:p>
          </p:txBody>
        </p:sp>
        <p:sp>
          <p:nvSpPr>
            <p:cNvPr id="27" name="文本框 26">
              <a:extLst>
                <a:ext uri="{FF2B5EF4-FFF2-40B4-BE49-F238E27FC236}">
                  <a16:creationId xmlns:a16="http://schemas.microsoft.com/office/drawing/2014/main" id="{BBBA6E8E-800F-99A0-F3E5-A5ECDDE1976A}"/>
                </a:ext>
              </a:extLst>
            </p:cNvPr>
            <p:cNvSpPr txBox="1"/>
            <p:nvPr/>
          </p:nvSpPr>
          <p:spPr>
            <a:xfrm>
              <a:off x="5452563" y="93907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76</a:t>
              </a:r>
              <a:endParaRPr lang="zh-CN" altLang="en-US" sz="2200" b="1" dirty="0">
                <a:latin typeface="Arial" panose="020B0604020202020204" pitchFamily="34" charset="0"/>
                <a:cs typeface="Arial" panose="020B0604020202020204" pitchFamily="34" charset="0"/>
              </a:endParaRPr>
            </a:p>
          </p:txBody>
        </p:sp>
        <p:sp>
          <p:nvSpPr>
            <p:cNvPr id="28" name="文本框 27">
              <a:extLst>
                <a:ext uri="{FF2B5EF4-FFF2-40B4-BE49-F238E27FC236}">
                  <a16:creationId xmlns:a16="http://schemas.microsoft.com/office/drawing/2014/main" id="{80BDFB71-859B-A64E-D021-75B1E03C259E}"/>
                </a:ext>
              </a:extLst>
            </p:cNvPr>
            <p:cNvSpPr txBox="1"/>
            <p:nvPr/>
          </p:nvSpPr>
          <p:spPr>
            <a:xfrm>
              <a:off x="5751670" y="939071"/>
              <a:ext cx="495072"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187</a:t>
              </a:r>
              <a:endParaRPr lang="zh-CN" altLang="en-US" sz="22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9536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D3B3-151C-CAD2-CBBB-C0C1DF9DFBB6}"/>
            </a:ext>
          </a:extLst>
        </p:cNvPr>
        <p:cNvGrpSpPr/>
        <p:nvPr/>
      </p:nvGrpSpPr>
      <p:grpSpPr>
        <a:xfrm>
          <a:off x="0" y="0"/>
          <a:ext cx="0" cy="0"/>
          <a:chOff x="0" y="0"/>
          <a:chExt cx="0" cy="0"/>
        </a:xfrm>
      </p:grpSpPr>
      <p:grpSp>
        <p:nvGrpSpPr>
          <p:cNvPr id="17" name="组合 16">
            <a:extLst>
              <a:ext uri="{FF2B5EF4-FFF2-40B4-BE49-F238E27FC236}">
                <a16:creationId xmlns:a16="http://schemas.microsoft.com/office/drawing/2014/main" id="{DCD77CED-DF54-AEAB-F5DB-8B364A32C93A}"/>
              </a:ext>
            </a:extLst>
          </p:cNvPr>
          <p:cNvGrpSpPr/>
          <p:nvPr/>
        </p:nvGrpSpPr>
        <p:grpSpPr>
          <a:xfrm>
            <a:off x="293372" y="1278683"/>
            <a:ext cx="11382161" cy="4740889"/>
            <a:chOff x="293372" y="1236578"/>
            <a:chExt cx="11824535" cy="5110908"/>
          </a:xfrm>
        </p:grpSpPr>
        <p:pic>
          <p:nvPicPr>
            <p:cNvPr id="5" name="图片 4">
              <a:extLst>
                <a:ext uri="{FF2B5EF4-FFF2-40B4-BE49-F238E27FC236}">
                  <a16:creationId xmlns:a16="http://schemas.microsoft.com/office/drawing/2014/main" id="{5C228D56-2E3F-9086-89ED-97C86133F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8411" y="1236580"/>
              <a:ext cx="8591917" cy="4384840"/>
            </a:xfrm>
            <a:prstGeom prst="rect">
              <a:avLst/>
            </a:prstGeom>
          </p:spPr>
        </p:pic>
        <p:grpSp>
          <p:nvGrpSpPr>
            <p:cNvPr id="28" name="组合 27">
              <a:extLst>
                <a:ext uri="{FF2B5EF4-FFF2-40B4-BE49-F238E27FC236}">
                  <a16:creationId xmlns:a16="http://schemas.microsoft.com/office/drawing/2014/main" id="{FAEB8310-1863-C869-B469-D2D4F8B881AC}"/>
                </a:ext>
              </a:extLst>
            </p:cNvPr>
            <p:cNvGrpSpPr/>
            <p:nvPr/>
          </p:nvGrpSpPr>
          <p:grpSpPr>
            <a:xfrm>
              <a:off x="2519787" y="1392318"/>
              <a:ext cx="6664214" cy="464517"/>
              <a:chOff x="965726" y="939071"/>
              <a:chExt cx="3382289" cy="222383"/>
            </a:xfrm>
          </p:grpSpPr>
          <p:sp>
            <p:nvSpPr>
              <p:cNvPr id="7" name="文本框 6">
                <a:extLst>
                  <a:ext uri="{FF2B5EF4-FFF2-40B4-BE49-F238E27FC236}">
                    <a16:creationId xmlns:a16="http://schemas.microsoft.com/office/drawing/2014/main" id="{DBF247B8-E600-72EA-D0F2-B47CC3DD6CD8}"/>
                  </a:ext>
                </a:extLst>
              </p:cNvPr>
              <p:cNvSpPr txBox="1"/>
              <p:nvPr/>
            </p:nvSpPr>
            <p:spPr>
              <a:xfrm>
                <a:off x="965726" y="939072"/>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74</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12BFF6AE-4B38-E4A0-5245-54F909207F21}"/>
                  </a:ext>
                </a:extLst>
              </p:cNvPr>
              <p:cNvSpPr txBox="1"/>
              <p:nvPr/>
            </p:nvSpPr>
            <p:spPr>
              <a:xfrm>
                <a:off x="1396404" y="939071"/>
                <a:ext cx="280701"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75</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64F248F4-1C35-E89C-6B71-788602CE6A1C}"/>
                  </a:ext>
                </a:extLst>
              </p:cNvPr>
              <p:cNvSpPr txBox="1"/>
              <p:nvPr/>
            </p:nvSpPr>
            <p:spPr>
              <a:xfrm>
                <a:off x="1826891"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76</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3F6739E6-9BC9-A7D8-57D5-E8D819A3BDCB}"/>
                  </a:ext>
                </a:extLst>
              </p:cNvPr>
              <p:cNvSpPr txBox="1"/>
              <p:nvPr/>
            </p:nvSpPr>
            <p:spPr>
              <a:xfrm>
                <a:off x="2215921" y="939071"/>
                <a:ext cx="360334" cy="2223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187</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02D14215-FE41-3D43-33DD-7B416AF0B3EA}"/>
                  </a:ext>
                </a:extLst>
              </p:cNvPr>
              <p:cNvSpPr txBox="1"/>
              <p:nvPr/>
            </p:nvSpPr>
            <p:spPr>
              <a:xfrm>
                <a:off x="2638484"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188</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967738F8-4786-AEE4-A0B1-DCD8A2FE409C}"/>
                  </a:ext>
                </a:extLst>
              </p:cNvPr>
              <p:cNvSpPr txBox="1"/>
              <p:nvPr/>
            </p:nvSpPr>
            <p:spPr>
              <a:xfrm>
                <a:off x="3084151" y="939071"/>
                <a:ext cx="383438" cy="2223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189</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27E4B317-731D-B9C7-6A1A-CE1D2175C92E}"/>
                  </a:ext>
                </a:extLst>
              </p:cNvPr>
              <p:cNvSpPr txBox="1"/>
              <p:nvPr/>
            </p:nvSpPr>
            <p:spPr>
              <a:xfrm>
                <a:off x="3519137" y="939071"/>
                <a:ext cx="383438" cy="2062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190</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94E3C81C-D95A-6C40-047A-99397EE9C4A6}"/>
                  </a:ext>
                </a:extLst>
              </p:cNvPr>
              <p:cNvSpPr txBox="1"/>
              <p:nvPr/>
            </p:nvSpPr>
            <p:spPr>
              <a:xfrm>
                <a:off x="3964577" y="939071"/>
                <a:ext cx="383438" cy="222383"/>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191</a:t>
                </a:r>
                <a:endParaRPr lang="zh-CN" altLang="en-US" sz="2200" b="1" dirty="0">
                  <a:solidFill>
                    <a:schemeClr val="bg1"/>
                  </a:solidFill>
                  <a:latin typeface="Arial" panose="020B0604020202020204" pitchFamily="34" charset="0"/>
                  <a:cs typeface="Arial" panose="020B0604020202020204" pitchFamily="34" charset="0"/>
                </a:endParaRPr>
              </a:p>
            </p:txBody>
          </p:sp>
        </p:grpSp>
        <p:pic>
          <p:nvPicPr>
            <p:cNvPr id="35" name="图片 34">
              <a:extLst>
                <a:ext uri="{FF2B5EF4-FFF2-40B4-BE49-F238E27FC236}">
                  <a16:creationId xmlns:a16="http://schemas.microsoft.com/office/drawing/2014/main" id="{8E8BD01D-A425-04EE-FD89-8FB29599226F}"/>
                </a:ext>
              </a:extLst>
            </p:cNvPr>
            <p:cNvPicPr>
              <a:picLocks noChangeAspect="1"/>
            </p:cNvPicPr>
            <p:nvPr/>
          </p:nvPicPr>
          <p:blipFill>
            <a:blip r:embed="rId4">
              <a:extLst>
                <a:ext uri="{28A0092B-C50C-407E-A947-70E740481C1C}">
                  <a14:useLocalDpi xmlns:a14="http://schemas.microsoft.com/office/drawing/2010/main" val="0"/>
                </a:ext>
              </a:extLst>
            </a:blip>
            <a:srcRect l="29776"/>
            <a:stretch>
              <a:fillRect/>
            </a:stretch>
          </p:blipFill>
          <p:spPr>
            <a:xfrm>
              <a:off x="293372" y="1273005"/>
              <a:ext cx="954021" cy="4091441"/>
            </a:xfrm>
            <a:prstGeom prst="rect">
              <a:avLst/>
            </a:prstGeom>
          </p:spPr>
        </p:pic>
        <p:pic>
          <p:nvPicPr>
            <p:cNvPr id="45" name="图片 44">
              <a:extLst>
                <a:ext uri="{FF2B5EF4-FFF2-40B4-BE49-F238E27FC236}">
                  <a16:creationId xmlns:a16="http://schemas.microsoft.com/office/drawing/2014/main" id="{68618C82-5B69-A854-8813-E43F27C39C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500" y="5697940"/>
              <a:ext cx="649829" cy="649546"/>
            </a:xfrm>
            <a:prstGeom prst="rect">
              <a:avLst/>
            </a:prstGeom>
          </p:spPr>
        </p:pic>
        <p:pic>
          <p:nvPicPr>
            <p:cNvPr id="46" name="图片 45">
              <a:extLst>
                <a:ext uri="{FF2B5EF4-FFF2-40B4-BE49-F238E27FC236}">
                  <a16:creationId xmlns:a16="http://schemas.microsoft.com/office/drawing/2014/main" id="{C24DB7A0-F4AC-D336-292C-BD386E13D1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1733" y="5697940"/>
              <a:ext cx="649829" cy="649546"/>
            </a:xfrm>
            <a:prstGeom prst="rect">
              <a:avLst/>
            </a:prstGeom>
          </p:spPr>
        </p:pic>
        <p:pic>
          <p:nvPicPr>
            <p:cNvPr id="49" name="图片 48">
              <a:extLst>
                <a:ext uri="{FF2B5EF4-FFF2-40B4-BE49-F238E27FC236}">
                  <a16:creationId xmlns:a16="http://schemas.microsoft.com/office/drawing/2014/main" id="{1E587B8F-5D17-88CE-C682-01A6DEABB5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0828" y="5697940"/>
              <a:ext cx="649829" cy="649546"/>
            </a:xfrm>
            <a:prstGeom prst="rect">
              <a:avLst/>
            </a:prstGeom>
          </p:spPr>
        </p:pic>
        <p:pic>
          <p:nvPicPr>
            <p:cNvPr id="50" name="图片 49">
              <a:extLst>
                <a:ext uri="{FF2B5EF4-FFF2-40B4-BE49-F238E27FC236}">
                  <a16:creationId xmlns:a16="http://schemas.microsoft.com/office/drawing/2014/main" id="{02A9026F-B502-E75B-7445-90F3A41C99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0322" y="5697940"/>
              <a:ext cx="649829" cy="649546"/>
            </a:xfrm>
            <a:prstGeom prst="rect">
              <a:avLst/>
            </a:prstGeom>
          </p:spPr>
        </p:pic>
        <p:pic>
          <p:nvPicPr>
            <p:cNvPr id="52" name="图片 51">
              <a:extLst>
                <a:ext uri="{FF2B5EF4-FFF2-40B4-BE49-F238E27FC236}">
                  <a16:creationId xmlns:a16="http://schemas.microsoft.com/office/drawing/2014/main" id="{00B564F3-225D-965F-A6D7-9CD18E602C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1219" y="5697940"/>
              <a:ext cx="649829" cy="649546"/>
            </a:xfrm>
            <a:prstGeom prst="rect">
              <a:avLst/>
            </a:prstGeom>
          </p:spPr>
        </p:pic>
        <p:pic>
          <p:nvPicPr>
            <p:cNvPr id="53" name="图片 52">
              <a:extLst>
                <a:ext uri="{FF2B5EF4-FFF2-40B4-BE49-F238E27FC236}">
                  <a16:creationId xmlns:a16="http://schemas.microsoft.com/office/drawing/2014/main" id="{AE7DE9E9-9AAE-0635-39BD-2A77447EBC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7570" y="5697940"/>
              <a:ext cx="649829" cy="649546"/>
            </a:xfrm>
            <a:prstGeom prst="rect">
              <a:avLst/>
            </a:prstGeom>
          </p:spPr>
        </p:pic>
        <p:pic>
          <p:nvPicPr>
            <p:cNvPr id="13" name="图片 12">
              <a:extLst>
                <a:ext uri="{FF2B5EF4-FFF2-40B4-BE49-F238E27FC236}">
                  <a16:creationId xmlns:a16="http://schemas.microsoft.com/office/drawing/2014/main" id="{C7EDAE25-44B2-97A6-DC23-03F2866C2C29}"/>
                </a:ext>
              </a:extLst>
            </p:cNvPr>
            <p:cNvPicPr>
              <a:picLocks noChangeAspect="1"/>
            </p:cNvPicPr>
            <p:nvPr/>
          </p:nvPicPr>
          <p:blipFill>
            <a:blip r:embed="rId6"/>
            <a:stretch>
              <a:fillRect/>
            </a:stretch>
          </p:blipFill>
          <p:spPr>
            <a:xfrm>
              <a:off x="2446318" y="5777159"/>
              <a:ext cx="493954" cy="493954"/>
            </a:xfrm>
            <a:prstGeom prst="rect">
              <a:avLst/>
            </a:prstGeom>
          </p:spPr>
        </p:pic>
        <p:pic>
          <p:nvPicPr>
            <p:cNvPr id="3" name="图片 2">
              <a:extLst>
                <a:ext uri="{FF2B5EF4-FFF2-40B4-BE49-F238E27FC236}">
                  <a16:creationId xmlns:a16="http://schemas.microsoft.com/office/drawing/2014/main" id="{10C7CBAD-6793-0E97-F312-E360EC31546B}"/>
                </a:ext>
              </a:extLst>
            </p:cNvPr>
            <p:cNvPicPr>
              <a:picLocks noChangeAspect="1"/>
            </p:cNvPicPr>
            <p:nvPr/>
          </p:nvPicPr>
          <p:blipFill>
            <a:blip r:embed="rId7">
              <a:extLst>
                <a:ext uri="{28A0092B-C50C-407E-A947-70E740481C1C}">
                  <a14:useLocalDpi xmlns:a14="http://schemas.microsoft.com/office/drawing/2010/main" val="0"/>
                </a:ext>
              </a:extLst>
            </a:blip>
            <a:srcRect t="16359" b="20245"/>
            <a:stretch>
              <a:fillRect/>
            </a:stretch>
          </p:blipFill>
          <p:spPr>
            <a:xfrm>
              <a:off x="9850327" y="1236578"/>
              <a:ext cx="2189273" cy="4384840"/>
            </a:xfrm>
            <a:prstGeom prst="rect">
              <a:avLst/>
            </a:prstGeom>
          </p:spPr>
        </p:pic>
        <p:sp>
          <p:nvSpPr>
            <p:cNvPr id="4" name="文本框 3">
              <a:extLst>
                <a:ext uri="{FF2B5EF4-FFF2-40B4-BE49-F238E27FC236}">
                  <a16:creationId xmlns:a16="http://schemas.microsoft.com/office/drawing/2014/main" id="{3EC7637B-1D05-44F2-811B-757EE77D6586}"/>
                </a:ext>
              </a:extLst>
            </p:cNvPr>
            <p:cNvSpPr txBox="1"/>
            <p:nvPr/>
          </p:nvSpPr>
          <p:spPr>
            <a:xfrm>
              <a:off x="10733955" y="1392316"/>
              <a:ext cx="755498" cy="430887"/>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74</a:t>
              </a:r>
              <a:endParaRPr lang="zh-CN" altLang="en-US" sz="2200" b="1" dirty="0">
                <a:solidFill>
                  <a:schemeClr val="bg1"/>
                </a:solidFill>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9A8BFAFD-795E-41B4-F9F1-C532A852BA31}"/>
                </a:ext>
              </a:extLst>
            </p:cNvPr>
            <p:cNvSpPr txBox="1"/>
            <p:nvPr/>
          </p:nvSpPr>
          <p:spPr>
            <a:xfrm>
              <a:off x="11362409" y="1367124"/>
              <a:ext cx="755498" cy="430887"/>
            </a:xfrm>
            <a:prstGeom prst="rect">
              <a:avLst/>
            </a:prstGeom>
            <a:noFill/>
          </p:spPr>
          <p:txBody>
            <a:bodyPr wrap="square" rtlCol="0">
              <a:spAutoFit/>
            </a:bodyPr>
            <a:lstStyle/>
            <a:p>
              <a:r>
                <a:rPr lang="en-US" altLang="zh-CN" sz="2200" b="1" dirty="0">
                  <a:solidFill>
                    <a:schemeClr val="bg1"/>
                  </a:solidFill>
                  <a:latin typeface="Arial" panose="020B0604020202020204" pitchFamily="34" charset="0"/>
                  <a:cs typeface="Arial" panose="020B0604020202020204" pitchFamily="34" charset="0"/>
                </a:rPr>
                <a:t>188</a:t>
              </a:r>
              <a:endParaRPr lang="zh-CN" altLang="en-US" sz="2200" b="1" dirty="0">
                <a:solidFill>
                  <a:schemeClr val="bg1"/>
                </a:solidFill>
                <a:latin typeface="Arial" panose="020B0604020202020204" pitchFamily="34" charset="0"/>
                <a:cs typeface="Arial" panose="020B0604020202020204" pitchFamily="34" charset="0"/>
              </a:endParaRPr>
            </a:p>
          </p:txBody>
        </p:sp>
        <p:pic>
          <p:nvPicPr>
            <p:cNvPr id="14" name="图片 13">
              <a:extLst>
                <a:ext uri="{FF2B5EF4-FFF2-40B4-BE49-F238E27FC236}">
                  <a16:creationId xmlns:a16="http://schemas.microsoft.com/office/drawing/2014/main" id="{1389AEDC-E67F-701D-D9CF-A075FF4BE1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33955" y="5697940"/>
              <a:ext cx="649829" cy="649546"/>
            </a:xfrm>
            <a:prstGeom prst="rect">
              <a:avLst/>
            </a:prstGeom>
          </p:spPr>
        </p:pic>
        <p:pic>
          <p:nvPicPr>
            <p:cNvPr id="15" name="图片 14">
              <a:extLst>
                <a:ext uri="{FF2B5EF4-FFF2-40B4-BE49-F238E27FC236}">
                  <a16:creationId xmlns:a16="http://schemas.microsoft.com/office/drawing/2014/main" id="{E04C0517-A75F-2BE7-A6FA-4EB7A2AC35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89771" y="5697940"/>
              <a:ext cx="649829" cy="649546"/>
            </a:xfrm>
            <a:prstGeom prst="rect">
              <a:avLst/>
            </a:prstGeom>
          </p:spPr>
        </p:pic>
      </p:grpSp>
      <p:cxnSp>
        <p:nvCxnSpPr>
          <p:cNvPr id="20" name="直接连接符 19">
            <a:extLst>
              <a:ext uri="{FF2B5EF4-FFF2-40B4-BE49-F238E27FC236}">
                <a16:creationId xmlns:a16="http://schemas.microsoft.com/office/drawing/2014/main" id="{678EA080-FEA9-124D-8372-9C3933EDBE3B}"/>
              </a:ext>
            </a:extLst>
          </p:cNvPr>
          <p:cNvCxnSpPr>
            <a:cxnSpLocks/>
          </p:cNvCxnSpPr>
          <p:nvPr/>
        </p:nvCxnSpPr>
        <p:spPr>
          <a:xfrm>
            <a:off x="2168275" y="1007076"/>
            <a:ext cx="9273746" cy="0"/>
          </a:xfrm>
          <a:prstGeom prst="line">
            <a:avLst/>
          </a:prstGeom>
        </p:spPr>
        <p:style>
          <a:lnRef idx="3">
            <a:schemeClr val="dk1"/>
          </a:lnRef>
          <a:fillRef idx="0">
            <a:schemeClr val="dk1"/>
          </a:fillRef>
          <a:effectRef idx="2">
            <a:schemeClr val="dk1"/>
          </a:effectRef>
          <a:fontRef idx="minor">
            <a:schemeClr val="tx1"/>
          </a:fontRef>
        </p:style>
      </p:cxnSp>
      <p:pic>
        <p:nvPicPr>
          <p:cNvPr id="2" name="图片 1">
            <a:extLst>
              <a:ext uri="{FF2B5EF4-FFF2-40B4-BE49-F238E27FC236}">
                <a16:creationId xmlns:a16="http://schemas.microsoft.com/office/drawing/2014/main" id="{39F61423-89AF-8DB5-E666-E2F879E261DC}"/>
              </a:ext>
            </a:extLst>
          </p:cNvPr>
          <p:cNvPicPr>
            <a:picLocks noChangeAspect="1"/>
          </p:cNvPicPr>
          <p:nvPr/>
        </p:nvPicPr>
        <p:blipFill>
          <a:blip r:embed="rId6"/>
          <a:stretch>
            <a:fillRect/>
          </a:stretch>
        </p:blipFill>
        <p:spPr>
          <a:xfrm>
            <a:off x="6567411" y="5489215"/>
            <a:ext cx="475474" cy="458193"/>
          </a:xfrm>
          <a:prstGeom prst="rect">
            <a:avLst/>
          </a:prstGeom>
        </p:spPr>
      </p:pic>
      <p:sp>
        <p:nvSpPr>
          <p:cNvPr id="21" name="文本框 20">
            <a:extLst>
              <a:ext uri="{FF2B5EF4-FFF2-40B4-BE49-F238E27FC236}">
                <a16:creationId xmlns:a16="http://schemas.microsoft.com/office/drawing/2014/main" id="{F328E7E8-7F81-6552-6F17-D3C2C296495E}"/>
              </a:ext>
            </a:extLst>
          </p:cNvPr>
          <p:cNvSpPr txBox="1"/>
          <p:nvPr/>
        </p:nvSpPr>
        <p:spPr>
          <a:xfrm>
            <a:off x="2963394" y="534734"/>
            <a:ext cx="6745817" cy="400110"/>
          </a:xfrm>
          <a:prstGeom prst="rect">
            <a:avLst/>
          </a:prstGeom>
          <a:noFill/>
        </p:spPr>
        <p:txBody>
          <a:bodyPr wrap="square" rtlCol="0">
            <a:spAutoFit/>
          </a:bodyPr>
          <a:lstStyle/>
          <a:p>
            <a:r>
              <a:rPr lang="en-US" altLang="zh-CN" sz="2000" b="1" dirty="0">
                <a:solidFill>
                  <a:schemeClr val="tx1">
                    <a:lumMod val="85000"/>
                    <a:lumOff val="15000"/>
                  </a:schemeClr>
                </a:solidFill>
                <a:latin typeface="Arial" panose="020B0604020202020204" pitchFamily="34" charset="0"/>
                <a:cs typeface="Arial" panose="020B0604020202020204" pitchFamily="34" charset="0"/>
              </a:rPr>
              <a:t>Restriction Digest of Rx Backbone by </a:t>
            </a:r>
            <a:r>
              <a:rPr lang="en-US" altLang="zh-CN" sz="2000" b="1" dirty="0" err="1">
                <a:solidFill>
                  <a:schemeClr val="tx1">
                    <a:lumMod val="85000"/>
                    <a:lumOff val="15000"/>
                  </a:schemeClr>
                </a:solidFill>
                <a:latin typeface="Arial" panose="020B0604020202020204" pitchFamily="34" charset="0"/>
                <a:cs typeface="Arial" panose="020B0604020202020204" pitchFamily="34" charset="0"/>
              </a:rPr>
              <a:t>BamHI</a:t>
            </a:r>
            <a:r>
              <a:rPr lang="en-US" altLang="zh-CN" sz="2000" b="1" dirty="0">
                <a:solidFill>
                  <a:schemeClr val="tx1">
                    <a:lumMod val="85000"/>
                    <a:lumOff val="15000"/>
                  </a:schemeClr>
                </a:solidFill>
                <a:latin typeface="Arial" panose="020B0604020202020204" pitchFamily="34" charset="0"/>
                <a:cs typeface="Arial" panose="020B0604020202020204" pitchFamily="34" charset="0"/>
              </a:rPr>
              <a:t> and </a:t>
            </a:r>
            <a:r>
              <a:rPr lang="en-US" altLang="zh-CN" sz="2000" b="1" dirty="0" err="1">
                <a:solidFill>
                  <a:schemeClr val="tx1">
                    <a:lumMod val="85000"/>
                    <a:lumOff val="15000"/>
                  </a:schemeClr>
                </a:solidFill>
                <a:latin typeface="Arial" panose="020B0604020202020204" pitchFamily="34" charset="0"/>
                <a:cs typeface="Arial" panose="020B0604020202020204" pitchFamily="34" charset="0"/>
              </a:rPr>
              <a:t>NdeI</a:t>
            </a:r>
            <a:endParaRPr lang="zh-CN" altLang="en-US" sz="20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94E00338-618F-D48C-D5E0-402DF65AF89D}"/>
              </a:ext>
            </a:extLst>
          </p:cNvPr>
          <p:cNvSpPr txBox="1"/>
          <p:nvPr/>
        </p:nvSpPr>
        <p:spPr>
          <a:xfrm>
            <a:off x="4738814" y="4835106"/>
            <a:ext cx="1504459" cy="400110"/>
          </a:xfrm>
          <a:prstGeom prst="rect">
            <a:avLst/>
          </a:prstGeom>
          <a:noFill/>
        </p:spPr>
        <p:txBody>
          <a:bodyPr wrap="square">
            <a:spAutoFit/>
          </a:bodyPr>
          <a:lstStyle/>
          <a:p>
            <a:r>
              <a:rPr lang="en-US" altLang="zh-CN" sz="2000" b="1">
                <a:solidFill>
                  <a:schemeClr val="bg1"/>
                </a:solidFill>
                <a:latin typeface="Arial" panose="020B0604020202020204" pitchFamily="34" charset="0"/>
                <a:cs typeface="Arial" panose="020B0604020202020204" pitchFamily="34" charset="0"/>
              </a:rPr>
              <a:t>12.06.2026</a:t>
            </a:r>
            <a:endParaRPr lang="zh-CN" altLang="en-US" sz="2000" dirty="0">
              <a:solidFill>
                <a:schemeClr val="bg1"/>
              </a:solidFill>
            </a:endParaRPr>
          </a:p>
        </p:txBody>
      </p:sp>
      <p:sp>
        <p:nvSpPr>
          <p:cNvPr id="26" name="文本框 25">
            <a:extLst>
              <a:ext uri="{FF2B5EF4-FFF2-40B4-BE49-F238E27FC236}">
                <a16:creationId xmlns:a16="http://schemas.microsoft.com/office/drawing/2014/main" id="{C98FF39C-CD42-AA05-3F7D-D5753A1B5000}"/>
              </a:ext>
            </a:extLst>
          </p:cNvPr>
          <p:cNvSpPr txBox="1"/>
          <p:nvPr/>
        </p:nvSpPr>
        <p:spPr>
          <a:xfrm>
            <a:off x="9897744" y="4835106"/>
            <a:ext cx="1516743" cy="400110"/>
          </a:xfrm>
          <a:prstGeom prst="rect">
            <a:avLst/>
          </a:prstGeom>
          <a:noFill/>
        </p:spPr>
        <p:txBody>
          <a:bodyPr wrap="square">
            <a:spAutoFit/>
          </a:bodyPr>
          <a:lstStyle/>
          <a:p>
            <a:r>
              <a:rPr lang="en-US" altLang="zh-CN" sz="2000" b="1" dirty="0">
                <a:solidFill>
                  <a:schemeClr val="bg1"/>
                </a:solidFill>
                <a:latin typeface="Arial" panose="020B0604020202020204" pitchFamily="34" charset="0"/>
                <a:cs typeface="Arial" panose="020B0604020202020204" pitchFamily="34" charset="0"/>
              </a:rPr>
              <a:t>15.06.2026</a:t>
            </a:r>
            <a:endParaRPr lang="zh-CN" altLang="en-US" sz="2000" dirty="0">
              <a:solidFill>
                <a:schemeClr val="bg1"/>
              </a:solidFill>
            </a:endParaRPr>
          </a:p>
        </p:txBody>
      </p:sp>
    </p:spTree>
    <p:extLst>
      <p:ext uri="{BB962C8B-B14F-4D97-AF65-F5344CB8AC3E}">
        <p14:creationId xmlns:p14="http://schemas.microsoft.com/office/powerpoint/2010/main" val="1358777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BE5B8-486B-FAFE-E22A-548914BFFC16}"/>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76631F05-A012-48C8-2EA0-07FE882834A5}"/>
              </a:ext>
            </a:extLst>
          </p:cNvPr>
          <p:cNvSpPr txBox="1"/>
          <p:nvPr/>
        </p:nvSpPr>
        <p:spPr>
          <a:xfrm>
            <a:off x="293372" y="229046"/>
            <a:ext cx="10679428"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Virtual Gel of Rx </a:t>
            </a:r>
            <a:r>
              <a:rPr lang="en-US" altLang="zh-CN" sz="2400" b="1" dirty="0" err="1">
                <a:latin typeface="Arial" panose="020B0604020202020204" pitchFamily="34" charset="0"/>
                <a:cs typeface="Arial" panose="020B0604020202020204" pitchFamily="34" charset="0"/>
              </a:rPr>
              <a:t>vLRR</a:t>
            </a:r>
            <a:r>
              <a:rPr lang="en-US" altLang="zh-CN" sz="2400" b="1" dirty="0">
                <a:latin typeface="Arial" panose="020B0604020202020204" pitchFamily="34" charset="0"/>
                <a:cs typeface="Arial" panose="020B0604020202020204" pitchFamily="34" charset="0"/>
              </a:rPr>
              <a:t> 74-76, 187-191 Digested By </a:t>
            </a:r>
            <a:r>
              <a:rPr lang="en-US" altLang="zh-CN" sz="2400" b="1" dirty="0" err="1">
                <a:latin typeface="Arial" panose="020B0604020202020204" pitchFamily="34" charset="0"/>
                <a:cs typeface="Arial" panose="020B0604020202020204" pitchFamily="34" charset="0"/>
              </a:rPr>
              <a:t>BamHI</a:t>
            </a:r>
            <a:r>
              <a:rPr lang="en-US" altLang="zh-CN" sz="2400" b="1" dirty="0">
                <a:latin typeface="Arial" panose="020B0604020202020204" pitchFamily="34" charset="0"/>
                <a:cs typeface="Arial" panose="020B0604020202020204" pitchFamily="34" charset="0"/>
              </a:rPr>
              <a:t> and NdeI</a:t>
            </a:r>
            <a:endParaRPr lang="zh-CN" altLang="en-US" sz="2400" b="1" dirty="0">
              <a:latin typeface="Arial" panose="020B0604020202020204" pitchFamily="34" charset="0"/>
              <a:cs typeface="Arial" panose="020B0604020202020204" pitchFamily="34" charset="0"/>
            </a:endParaRPr>
          </a:p>
        </p:txBody>
      </p:sp>
      <p:grpSp>
        <p:nvGrpSpPr>
          <p:cNvPr id="13" name="组合 12">
            <a:extLst>
              <a:ext uri="{FF2B5EF4-FFF2-40B4-BE49-F238E27FC236}">
                <a16:creationId xmlns:a16="http://schemas.microsoft.com/office/drawing/2014/main" id="{5936C8B4-DE5B-15A3-957E-EDE4BB4216E4}"/>
              </a:ext>
            </a:extLst>
          </p:cNvPr>
          <p:cNvGrpSpPr/>
          <p:nvPr/>
        </p:nvGrpSpPr>
        <p:grpSpPr>
          <a:xfrm>
            <a:off x="2899724" y="1003977"/>
            <a:ext cx="6894014" cy="445514"/>
            <a:chOff x="965726" y="932151"/>
            <a:chExt cx="3527950" cy="210793"/>
          </a:xfrm>
        </p:grpSpPr>
        <p:sp>
          <p:nvSpPr>
            <p:cNvPr id="14" name="文本框 13">
              <a:extLst>
                <a:ext uri="{FF2B5EF4-FFF2-40B4-BE49-F238E27FC236}">
                  <a16:creationId xmlns:a16="http://schemas.microsoft.com/office/drawing/2014/main" id="{75D4AE4C-FF49-B642-00E6-2E770FB23A69}"/>
                </a:ext>
              </a:extLst>
            </p:cNvPr>
            <p:cNvSpPr txBox="1"/>
            <p:nvPr/>
          </p:nvSpPr>
          <p:spPr>
            <a:xfrm>
              <a:off x="965726" y="939072"/>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74</a:t>
              </a:r>
              <a:endParaRPr lang="zh-CN" altLang="en-US" sz="2200" b="1"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4C692244-C551-97CA-C8F5-E43BCB8023A9}"/>
                </a:ext>
              </a:extLst>
            </p:cNvPr>
            <p:cNvSpPr txBox="1"/>
            <p:nvPr/>
          </p:nvSpPr>
          <p:spPr>
            <a:xfrm>
              <a:off x="1416903" y="932151"/>
              <a:ext cx="280701"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75</a:t>
              </a:r>
              <a:endParaRPr lang="zh-CN" altLang="en-US" sz="2200" b="1"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4CB93363-5C1B-9FF5-6792-DDF9C2360D3A}"/>
                </a:ext>
              </a:extLst>
            </p:cNvPr>
            <p:cNvSpPr txBox="1"/>
            <p:nvPr/>
          </p:nvSpPr>
          <p:spPr>
            <a:xfrm>
              <a:off x="1866227"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76</a:t>
              </a:r>
              <a:endParaRPr lang="zh-CN" altLang="en-US" sz="2200" b="1" dirty="0">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574FB8C9-C04B-25E7-D6ED-54328782CEEC}"/>
                </a:ext>
              </a:extLst>
            </p:cNvPr>
            <p:cNvSpPr txBox="1"/>
            <p:nvPr/>
          </p:nvSpPr>
          <p:spPr>
            <a:xfrm>
              <a:off x="2286084"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187</a:t>
              </a:r>
              <a:endParaRPr lang="zh-CN" altLang="en-US" sz="2200" b="1" dirty="0">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8DB0611F-EA34-6E39-2D47-78CF2BE3F829}"/>
                </a:ext>
              </a:extLst>
            </p:cNvPr>
            <p:cNvSpPr txBox="1"/>
            <p:nvPr/>
          </p:nvSpPr>
          <p:spPr>
            <a:xfrm>
              <a:off x="2761000"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188</a:t>
              </a:r>
              <a:endParaRPr lang="zh-CN" altLang="en-US" sz="2200" b="1" dirty="0">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222C7245-E4F5-D01E-D6AE-23A0B694FEC7}"/>
                </a:ext>
              </a:extLst>
            </p:cNvPr>
            <p:cNvSpPr txBox="1"/>
            <p:nvPr/>
          </p:nvSpPr>
          <p:spPr>
            <a:xfrm>
              <a:off x="3205889"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189</a:t>
              </a:r>
              <a:endParaRPr lang="zh-CN" altLang="en-US" sz="2200" b="1" dirty="0">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19F2867D-51BC-FD9A-DDA9-FF0BA79736D8}"/>
                </a:ext>
              </a:extLst>
            </p:cNvPr>
            <p:cNvSpPr txBox="1"/>
            <p:nvPr/>
          </p:nvSpPr>
          <p:spPr>
            <a:xfrm>
              <a:off x="3658063" y="932151"/>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190</a:t>
              </a:r>
              <a:endParaRPr lang="zh-CN" altLang="en-US" sz="2200" b="1"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8E8DBE46-C131-A83F-7F64-614D75C10292}"/>
                </a:ext>
              </a:extLst>
            </p:cNvPr>
            <p:cNvSpPr txBox="1"/>
            <p:nvPr/>
          </p:nvSpPr>
          <p:spPr>
            <a:xfrm>
              <a:off x="4110238" y="936128"/>
              <a:ext cx="383438" cy="203872"/>
            </a:xfrm>
            <a:prstGeom prst="rect">
              <a:avLst/>
            </a:prstGeom>
            <a:noFill/>
          </p:spPr>
          <p:txBody>
            <a:bodyPr wrap="square" rtlCol="0">
              <a:spAutoFit/>
            </a:bodyPr>
            <a:lstStyle/>
            <a:p>
              <a:r>
                <a:rPr lang="en-US" altLang="zh-CN" sz="2200" b="1" dirty="0">
                  <a:latin typeface="Arial" panose="020B0604020202020204" pitchFamily="34" charset="0"/>
                  <a:cs typeface="Arial" panose="020B0604020202020204" pitchFamily="34" charset="0"/>
                </a:rPr>
                <a:t>191</a:t>
              </a:r>
              <a:endParaRPr lang="zh-CN" altLang="en-US" sz="2200" b="1" dirty="0">
                <a:latin typeface="Arial" panose="020B0604020202020204" pitchFamily="34" charset="0"/>
                <a:cs typeface="Arial" panose="020B0604020202020204" pitchFamily="34" charset="0"/>
              </a:endParaRPr>
            </a:p>
          </p:txBody>
        </p:sp>
      </p:grpSp>
      <p:pic>
        <p:nvPicPr>
          <p:cNvPr id="3" name="图片 2">
            <a:extLst>
              <a:ext uri="{FF2B5EF4-FFF2-40B4-BE49-F238E27FC236}">
                <a16:creationId xmlns:a16="http://schemas.microsoft.com/office/drawing/2014/main" id="{EBFFB926-9505-FA16-F2BD-0920092FF811}"/>
              </a:ext>
            </a:extLst>
          </p:cNvPr>
          <p:cNvPicPr>
            <a:picLocks noChangeAspect="1"/>
          </p:cNvPicPr>
          <p:nvPr/>
        </p:nvPicPr>
        <p:blipFill>
          <a:blip r:embed="rId3">
            <a:extLst>
              <a:ext uri="{28A0092B-C50C-407E-A947-70E740481C1C}">
                <a14:useLocalDpi xmlns:a14="http://schemas.microsoft.com/office/drawing/2010/main" val="0"/>
              </a:ext>
            </a:extLst>
          </a:blip>
          <a:srcRect t="51534" r="14050"/>
          <a:stretch>
            <a:fillRect/>
          </a:stretch>
        </p:blipFill>
        <p:spPr>
          <a:xfrm>
            <a:off x="1208372" y="1365796"/>
            <a:ext cx="8985192" cy="5066576"/>
          </a:xfrm>
          <a:prstGeom prst="rect">
            <a:avLst/>
          </a:prstGeom>
        </p:spPr>
      </p:pic>
    </p:spTree>
    <p:extLst>
      <p:ext uri="{BB962C8B-B14F-4D97-AF65-F5344CB8AC3E}">
        <p14:creationId xmlns:p14="http://schemas.microsoft.com/office/powerpoint/2010/main" val="117123464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202</TotalTime>
  <Words>660</Words>
  <Application>Microsoft Office PowerPoint</Application>
  <PresentationFormat>宽屏</PresentationFormat>
  <Paragraphs>90</Paragraphs>
  <Slides>7</Slides>
  <Notes>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等线</vt:lpstr>
      <vt:lpstr>等线 Light</vt:lpstr>
      <vt:lpstr>Arial</vt:lpstr>
      <vt:lpstr>Office 主题​​</vt:lpstr>
      <vt:lpstr>Restriction Digest Gel of Rx vLRR Candidate 52-76, 187-191, and SRE Effectros 14(A), 16, 17</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Meng Zhu</dc:creator>
  <cp:lastModifiedBy>Meng Zhu</cp:lastModifiedBy>
  <cp:revision>9</cp:revision>
  <dcterms:created xsi:type="dcterms:W3CDTF">2026-06-11T21:58:40Z</dcterms:created>
  <dcterms:modified xsi:type="dcterms:W3CDTF">2026-08-19T16:07:26Z</dcterms:modified>
</cp:coreProperties>
</file>